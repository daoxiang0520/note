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 id="2147483662" r:id="rId3"/>
    <p:sldMasterId id="2147483676" r:id="rId4"/>
    <p:sldMasterId id="2147483690" r:id="rId5"/>
  </p:sldMasterIdLst>
  <p:notesMasterIdLst>
    <p:notesMasterId r:id="rId7"/>
  </p:notesMasterIdLst>
  <p:handoutMasterIdLst>
    <p:handoutMasterId r:id="rId26"/>
  </p:handoutMasterIdLst>
  <p:sldIdLst>
    <p:sldId id="1473" r:id="rId6"/>
    <p:sldId id="1535" r:id="rId8"/>
    <p:sldId id="1536" r:id="rId9"/>
    <p:sldId id="1537" r:id="rId10"/>
    <p:sldId id="1538" r:id="rId11"/>
    <p:sldId id="1539" r:id="rId12"/>
    <p:sldId id="1540" r:id="rId13"/>
    <p:sldId id="1552" r:id="rId14"/>
    <p:sldId id="1541" r:id="rId15"/>
    <p:sldId id="1542" r:id="rId16"/>
    <p:sldId id="1548" r:id="rId17"/>
    <p:sldId id="1549" r:id="rId18"/>
    <p:sldId id="1543" r:id="rId19"/>
    <p:sldId id="1544" r:id="rId20"/>
    <p:sldId id="1551" r:id="rId21"/>
    <p:sldId id="1550" r:id="rId22"/>
    <p:sldId id="1545" r:id="rId23"/>
    <p:sldId id="1546" r:id="rId24"/>
    <p:sldId id="1547" r:id="rId25"/>
  </p:sldIdLst>
  <p:sldSz cx="12192000" cy="6858000"/>
  <p:notesSz cx="7302500" cy="9586595"/>
  <p:custDataLst>
    <p:tags r:id="rId30"/>
  </p:custDataLst>
  <p:defaultTextStyle>
    <a:defPPr>
      <a:defRPr lang="en-US"/>
    </a:defPPr>
    <a:lvl1pPr algn="l" rtl="0" eaLnBrk="0" fontAlgn="base" hangingPunct="0">
      <a:spcBef>
        <a:spcPct val="0"/>
      </a:spcBef>
      <a:spcAft>
        <a:spcPct val="0"/>
      </a:spcAft>
      <a:defRPr sz="2400" b="1" kern="1200">
        <a:solidFill>
          <a:schemeClr val="tx1"/>
        </a:solidFill>
        <a:latin typeface="Arial Narrow" panose="020B0706020202030204"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anose="020B0706020202030204"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anose="020B0706020202030204"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anose="020B0706020202030204"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anose="020B0706020202030204" pitchFamily="34" charset="0"/>
        <a:ea typeface="+mn-ea"/>
        <a:cs typeface="+mn-cs"/>
      </a:defRPr>
    </a:lvl5pPr>
    <a:lvl6pPr marL="2286000" algn="l" defTabSz="914400" rtl="0" eaLnBrk="1" latinLnBrk="0" hangingPunct="1">
      <a:defRPr sz="2400" b="1" kern="1200">
        <a:solidFill>
          <a:schemeClr val="tx1"/>
        </a:solidFill>
        <a:latin typeface="Arial Narrow" panose="020B0706020202030204" pitchFamily="34" charset="0"/>
        <a:ea typeface="+mn-ea"/>
        <a:cs typeface="+mn-cs"/>
      </a:defRPr>
    </a:lvl6pPr>
    <a:lvl7pPr marL="2743200" algn="l" defTabSz="914400" rtl="0" eaLnBrk="1" latinLnBrk="0" hangingPunct="1">
      <a:defRPr sz="2400" b="1" kern="1200">
        <a:solidFill>
          <a:schemeClr val="tx1"/>
        </a:solidFill>
        <a:latin typeface="Arial Narrow" panose="020B0706020202030204" pitchFamily="34" charset="0"/>
        <a:ea typeface="+mn-ea"/>
        <a:cs typeface="+mn-cs"/>
      </a:defRPr>
    </a:lvl7pPr>
    <a:lvl8pPr marL="3200400" algn="l" defTabSz="914400" rtl="0" eaLnBrk="1" latinLnBrk="0" hangingPunct="1">
      <a:defRPr sz="2400" b="1" kern="1200">
        <a:solidFill>
          <a:schemeClr val="tx1"/>
        </a:solidFill>
        <a:latin typeface="Arial Narrow" panose="020B0706020202030204" pitchFamily="34" charset="0"/>
        <a:ea typeface="+mn-ea"/>
        <a:cs typeface="+mn-cs"/>
      </a:defRPr>
    </a:lvl8pPr>
    <a:lvl9pPr marL="3657600" algn="l" defTabSz="914400" rtl="0" eaLnBrk="1" latinLnBrk="0" hangingPunct="1">
      <a:defRPr sz="2400" b="1" kern="1200">
        <a:solidFill>
          <a:schemeClr val="tx1"/>
        </a:solidFill>
        <a:latin typeface="Arial Narrow" panose="020B070602020203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0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AC0000"/>
    <a:srgbClr val="00AC00"/>
    <a:srgbClr val="00FF00"/>
    <a:srgbClr val="990000"/>
    <a:srgbClr val="F6F5BD"/>
    <a:srgbClr val="F1C7C7"/>
    <a:srgbClr val="EBAFAF"/>
    <a:srgbClr val="ACE3A1"/>
    <a:srgbClr val="D5F1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15" autoAdjust="0"/>
    <p:restoredTop sz="78129" autoAdjust="0"/>
  </p:normalViewPr>
  <p:slideViewPr>
    <p:cSldViewPr snapToObjects="1" showGuides="1">
      <p:cViewPr varScale="1">
        <p:scale>
          <a:sx n="95" d="100"/>
          <a:sy n="95" d="100"/>
        </p:scale>
        <p:origin x="1434" y="90"/>
      </p:cViewPr>
      <p:guideLst>
        <p:guide orient="horz" pos="2160"/>
        <p:guide pos="3805"/>
      </p:guideLst>
    </p:cSldViewPr>
  </p:slideViewPr>
  <p:notesTextViewPr>
    <p:cViewPr>
      <p:scale>
        <a:sx n="100" d="100"/>
        <a:sy n="100" d="100"/>
      </p:scale>
      <p:origin x="0" y="0"/>
    </p:cViewPr>
  </p:notesTextViewPr>
  <p:sorterViewPr>
    <p:cViewPr>
      <p:scale>
        <a:sx n="80" d="100"/>
        <a:sy n="80" d="100"/>
      </p:scale>
      <p:origin x="0" y="0"/>
    </p:cViewPr>
  </p:sorterViewPr>
  <p:notesViewPr>
    <p:cSldViewPr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0" Type="http://schemas.openxmlformats.org/officeDocument/2006/relationships/tags" Target="tags/tag1.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2930" name="Rectangle 2"/>
          <p:cNvSpPr>
            <a:spLocks noGrp="1" noChangeArrowheads="1"/>
          </p:cNvSpPr>
          <p:nvPr>
            <p:ph type="hdr" sz="quarter"/>
          </p:nvPr>
        </p:nvSpPr>
        <p:spPr bwMode="auto">
          <a:xfrm>
            <a:off x="0" y="0"/>
            <a:ext cx="3130550" cy="482600"/>
          </a:xfrm>
          <a:prstGeom prst="rect">
            <a:avLst/>
          </a:prstGeom>
          <a:noFill/>
          <a:ln w="9525">
            <a:noFill/>
            <a:miter lim="800000"/>
          </a:ln>
          <a:effectLst/>
        </p:spPr>
        <p:txBody>
          <a:bodyPr vert="horz" wrap="square" lIns="96422" tIns="48211" rIns="96422" bIns="48211" numCol="1" anchor="t" anchorCtr="0" compatLnSpc="1"/>
          <a:lstStyle>
            <a:lvl1pPr defTabSz="965200">
              <a:defRPr sz="1200" smtClean="0">
                <a:latin typeface="Times New Roman" panose="02020603050405020304" pitchFamily="18" charset="0"/>
              </a:defRPr>
            </a:lvl1pPr>
          </a:lstStyle>
          <a:p>
            <a:pPr>
              <a:defRPr/>
            </a:pPr>
            <a:r>
              <a:rPr lang="en-US"/>
              <a:t>DAC 2001 Tutorial</a:t>
            </a:r>
            <a:endParaRPr lang="en-US"/>
          </a:p>
        </p:txBody>
      </p:sp>
      <p:sp>
        <p:nvSpPr>
          <p:cNvPr id="252931" name="Rectangle 3"/>
          <p:cNvSpPr>
            <a:spLocks noGrp="1" noChangeArrowheads="1"/>
          </p:cNvSpPr>
          <p:nvPr>
            <p:ph type="dt" sz="quarter" idx="1"/>
          </p:nvPr>
        </p:nvSpPr>
        <p:spPr bwMode="auto">
          <a:xfrm>
            <a:off x="4171950" y="0"/>
            <a:ext cx="3130550" cy="482600"/>
          </a:xfrm>
          <a:prstGeom prst="rect">
            <a:avLst/>
          </a:prstGeom>
          <a:noFill/>
          <a:ln w="9525">
            <a:noFill/>
            <a:miter lim="800000"/>
          </a:ln>
          <a:effectLst/>
        </p:spPr>
        <p:txBody>
          <a:bodyPr vert="horz" wrap="square" lIns="96422" tIns="48211" rIns="96422" bIns="48211" numCol="1" anchor="t" anchorCtr="0" compatLnSpc="1"/>
          <a:lstStyle>
            <a:lvl1pPr algn="r" defTabSz="965200">
              <a:defRPr sz="1200" smtClean="0">
                <a:latin typeface="Times New Roman" panose="02020603050405020304" pitchFamily="18" charset="0"/>
              </a:defRPr>
            </a:lvl1pPr>
          </a:lstStyle>
          <a:p>
            <a:pPr>
              <a:defRPr/>
            </a:pPr>
            <a:endParaRPr lang="en-US"/>
          </a:p>
        </p:txBody>
      </p:sp>
      <p:sp>
        <p:nvSpPr>
          <p:cNvPr id="252932" name="Rectangle 4"/>
          <p:cNvSpPr>
            <a:spLocks noGrp="1" noChangeArrowheads="1"/>
          </p:cNvSpPr>
          <p:nvPr>
            <p:ph type="ftr" sz="quarter" idx="2"/>
          </p:nvPr>
        </p:nvSpPr>
        <p:spPr bwMode="auto">
          <a:xfrm>
            <a:off x="0" y="9091613"/>
            <a:ext cx="3130550" cy="482600"/>
          </a:xfrm>
          <a:prstGeom prst="rect">
            <a:avLst/>
          </a:prstGeom>
          <a:noFill/>
          <a:ln w="9525">
            <a:noFill/>
            <a:miter lim="800000"/>
          </a:ln>
          <a:effectLst/>
        </p:spPr>
        <p:txBody>
          <a:bodyPr vert="horz" wrap="square" lIns="96422" tIns="48211" rIns="96422" bIns="48211" numCol="1" anchor="b" anchorCtr="0" compatLnSpc="1"/>
          <a:lstStyle>
            <a:lvl1pPr defTabSz="965200">
              <a:defRPr sz="1200" smtClean="0">
                <a:latin typeface="Times New Roman" panose="02020603050405020304" pitchFamily="18" charset="0"/>
                <a:cs typeface="Times New Roman" panose="02020603050405020304" pitchFamily="18" charset="0"/>
              </a:defRPr>
            </a:lvl1pPr>
          </a:lstStyle>
          <a:p>
            <a:pPr>
              <a:defRPr/>
            </a:pPr>
            <a:r>
              <a:rPr lang="en-US"/>
              <a:t>©R.A. Rutenbar, 2001</a:t>
            </a:r>
            <a:endParaRPr lang="en-US"/>
          </a:p>
        </p:txBody>
      </p:sp>
      <p:sp>
        <p:nvSpPr>
          <p:cNvPr id="252933" name="Rectangle 5"/>
          <p:cNvSpPr>
            <a:spLocks noGrp="1" noChangeArrowheads="1"/>
          </p:cNvSpPr>
          <p:nvPr>
            <p:ph type="sldNum" sz="quarter" idx="3"/>
          </p:nvPr>
        </p:nvSpPr>
        <p:spPr bwMode="auto">
          <a:xfrm>
            <a:off x="4171950" y="9091613"/>
            <a:ext cx="3130550" cy="482600"/>
          </a:xfrm>
          <a:prstGeom prst="rect">
            <a:avLst/>
          </a:prstGeom>
          <a:noFill/>
          <a:ln w="9525">
            <a:noFill/>
            <a:miter lim="800000"/>
          </a:ln>
          <a:effectLst/>
        </p:spPr>
        <p:txBody>
          <a:bodyPr vert="horz" wrap="square" lIns="96422" tIns="48211" rIns="96422" bIns="48211" numCol="1" anchor="b" anchorCtr="0" compatLnSpc="1"/>
          <a:lstStyle>
            <a:lvl1pPr algn="r" defTabSz="965200">
              <a:defRPr sz="1200" smtClean="0">
                <a:latin typeface="Times New Roman" panose="02020603050405020304" pitchFamily="18" charset="0"/>
              </a:defRPr>
            </a:lvl1pPr>
          </a:lstStyle>
          <a:p>
            <a:pPr>
              <a:defRPr/>
            </a:pPr>
            <a:fld id="{83587096-7852-44F5-9A71-D621B1FF2472}" type="slidenum">
              <a:rPr lang="en-US"/>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8578" name="Rectangle 2"/>
          <p:cNvSpPr>
            <a:spLocks noGrp="1" noChangeArrowheads="1"/>
          </p:cNvSpPr>
          <p:nvPr>
            <p:ph type="hdr" sz="quarter"/>
          </p:nvPr>
        </p:nvSpPr>
        <p:spPr bwMode="auto">
          <a:xfrm>
            <a:off x="0" y="0"/>
            <a:ext cx="3200400" cy="457200"/>
          </a:xfrm>
          <a:prstGeom prst="rect">
            <a:avLst/>
          </a:prstGeom>
          <a:noFill/>
          <a:ln w="9525">
            <a:noFill/>
            <a:miter lim="800000"/>
          </a:ln>
          <a:effectLst/>
        </p:spPr>
        <p:txBody>
          <a:bodyPr vert="horz" wrap="square" lIns="91440" tIns="45720" rIns="91440" bIns="45720" numCol="1" anchor="t" anchorCtr="0" compatLnSpc="1"/>
          <a:lstStyle>
            <a:lvl1pPr>
              <a:defRPr sz="1200" b="0" smtClean="0">
                <a:latin typeface="Times New Roman" panose="02020603050405020304" pitchFamily="18" charset="0"/>
              </a:defRPr>
            </a:lvl1pPr>
          </a:lstStyle>
          <a:p>
            <a:pPr>
              <a:defRPr/>
            </a:pPr>
            <a:endParaRPr lang="en-US"/>
          </a:p>
        </p:txBody>
      </p:sp>
      <p:sp>
        <p:nvSpPr>
          <p:cNvPr id="408579" name="Rectangle 3"/>
          <p:cNvSpPr>
            <a:spLocks noGrp="1" noChangeArrowheads="1"/>
          </p:cNvSpPr>
          <p:nvPr>
            <p:ph type="dt" idx="1"/>
          </p:nvPr>
        </p:nvSpPr>
        <p:spPr bwMode="auto">
          <a:xfrm>
            <a:off x="4114800" y="0"/>
            <a:ext cx="3200400" cy="457200"/>
          </a:xfrm>
          <a:prstGeom prst="rect">
            <a:avLst/>
          </a:prstGeom>
          <a:noFill/>
          <a:ln w="9525">
            <a:noFill/>
            <a:miter lim="800000"/>
          </a:ln>
          <a:effectLst/>
        </p:spPr>
        <p:txBody>
          <a:bodyPr vert="horz" wrap="square" lIns="91440" tIns="45720" rIns="91440" bIns="45720" numCol="1" anchor="t" anchorCtr="0" compatLnSpc="1"/>
          <a:lstStyle>
            <a:lvl1pPr algn="r">
              <a:defRPr sz="1200" b="0" smtClean="0">
                <a:latin typeface="Times New Roman" panose="02020603050405020304" pitchFamily="18" charset="0"/>
              </a:defRPr>
            </a:lvl1pPr>
          </a:lstStyle>
          <a:p>
            <a:pPr>
              <a:defRPr/>
            </a:pPr>
            <a:endParaRPr lang="en-US"/>
          </a:p>
        </p:txBody>
      </p:sp>
      <p:sp>
        <p:nvSpPr>
          <p:cNvPr id="50180" name="Rectangle 4"/>
          <p:cNvSpPr>
            <a:spLocks noGrp="1" noRot="1" noChangeAspect="1" noChangeArrowheads="1" noTextEdit="1"/>
          </p:cNvSpPr>
          <p:nvPr>
            <p:ph type="sldImg" idx="2"/>
          </p:nvPr>
        </p:nvSpPr>
        <p:spPr bwMode="auto">
          <a:xfrm>
            <a:off x="406400" y="685800"/>
            <a:ext cx="6502400" cy="3657600"/>
          </a:xfrm>
          <a:prstGeom prst="rect">
            <a:avLst/>
          </a:prstGeom>
          <a:noFill/>
          <a:ln w="9525">
            <a:solidFill>
              <a:srgbClr val="000000"/>
            </a:solidFill>
            <a:miter lim="800000"/>
          </a:ln>
        </p:spPr>
      </p:sp>
      <p:sp>
        <p:nvSpPr>
          <p:cNvPr id="408581" name="Rectangle 5"/>
          <p:cNvSpPr>
            <a:spLocks noGrp="1" noChangeArrowheads="1"/>
          </p:cNvSpPr>
          <p:nvPr>
            <p:ph type="body" sz="quarter" idx="3"/>
          </p:nvPr>
        </p:nvSpPr>
        <p:spPr bwMode="auto">
          <a:xfrm>
            <a:off x="990600" y="4572000"/>
            <a:ext cx="5334000" cy="4267200"/>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408582" name="Rectangle 6"/>
          <p:cNvSpPr>
            <a:spLocks noGrp="1" noChangeArrowheads="1"/>
          </p:cNvSpPr>
          <p:nvPr>
            <p:ph type="ftr" sz="quarter" idx="4"/>
          </p:nvPr>
        </p:nvSpPr>
        <p:spPr bwMode="auto">
          <a:xfrm>
            <a:off x="0" y="9144000"/>
            <a:ext cx="3200400" cy="457200"/>
          </a:xfrm>
          <a:prstGeom prst="rect">
            <a:avLst/>
          </a:prstGeom>
          <a:noFill/>
          <a:ln w="9525">
            <a:noFill/>
            <a:miter lim="800000"/>
          </a:ln>
          <a:effectLst/>
        </p:spPr>
        <p:txBody>
          <a:bodyPr vert="horz" wrap="square" lIns="91440" tIns="45720" rIns="91440" bIns="45720" numCol="1" anchor="b" anchorCtr="0" compatLnSpc="1"/>
          <a:lstStyle>
            <a:lvl1pPr>
              <a:defRPr sz="1200" b="0" smtClean="0">
                <a:latin typeface="Times New Roman" panose="02020603050405020304" pitchFamily="18" charset="0"/>
              </a:defRPr>
            </a:lvl1pPr>
          </a:lstStyle>
          <a:p>
            <a:pPr>
              <a:defRPr/>
            </a:pPr>
            <a:endParaRPr lang="en-US"/>
          </a:p>
        </p:txBody>
      </p:sp>
      <p:sp>
        <p:nvSpPr>
          <p:cNvPr id="408583" name="Rectangle 7"/>
          <p:cNvSpPr>
            <a:spLocks noGrp="1" noChangeArrowheads="1"/>
          </p:cNvSpPr>
          <p:nvPr>
            <p:ph type="sldNum" sz="quarter" idx="5"/>
          </p:nvPr>
        </p:nvSpPr>
        <p:spPr bwMode="auto">
          <a:xfrm>
            <a:off x="4114800" y="9144000"/>
            <a:ext cx="3200400" cy="457200"/>
          </a:xfrm>
          <a:prstGeom prst="rect">
            <a:avLst/>
          </a:prstGeom>
          <a:noFill/>
          <a:ln w="9525">
            <a:noFill/>
            <a:miter lim="800000"/>
          </a:ln>
          <a:effectLst/>
        </p:spPr>
        <p:txBody>
          <a:bodyPr vert="horz" wrap="square" lIns="91440" tIns="45720" rIns="91440" bIns="45720" numCol="1" anchor="b" anchorCtr="0" compatLnSpc="1"/>
          <a:lstStyle>
            <a:lvl1pPr algn="r">
              <a:defRPr sz="1200" b="0" smtClean="0">
                <a:latin typeface="Times New Roman" panose="02020603050405020304" pitchFamily="18" charset="0"/>
              </a:defRPr>
            </a:lvl1pPr>
          </a:lstStyle>
          <a:p>
            <a:pPr>
              <a:defRPr/>
            </a:pPr>
            <a:fld id="{40F64717-A5A5-4C4E-9291-2F18B7410B06}" type="slidenum">
              <a:rPr 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xfrm>
            <a:off x="406400" y="685800"/>
            <a:ext cx="6502400" cy="3657600"/>
          </a:xfrm>
        </p:spPr>
      </p:sp>
      <p:sp>
        <p:nvSpPr>
          <p:cNvPr id="51203" name="Notes Placeholder 2"/>
          <p:cNvSpPr>
            <a:spLocks noGrp="1"/>
          </p:cNvSpPr>
          <p:nvPr>
            <p:ph type="body" idx="1"/>
          </p:nvPr>
        </p:nvSpPr>
        <p:spPr>
          <a:noFill/>
        </p:spPr>
        <p:txBody>
          <a:bodyPr/>
          <a:lstStyle/>
          <a:p>
            <a:endParaRPr lang="en-US" dirty="0"/>
          </a:p>
          <a:p>
            <a:endParaRPr lang="en-US" dirty="0"/>
          </a:p>
          <a:p>
            <a:endParaRPr lang="en-US" dirty="0"/>
          </a:p>
        </p:txBody>
      </p:sp>
      <p:sp>
        <p:nvSpPr>
          <p:cNvPr id="51204" name="Slide Number Placeholder 3"/>
          <p:cNvSpPr>
            <a:spLocks noGrp="1"/>
          </p:cNvSpPr>
          <p:nvPr>
            <p:ph type="sldNum" sz="quarter" idx="5"/>
          </p:nvPr>
        </p:nvSpPr>
        <p:spPr>
          <a:noFill/>
        </p:spPr>
        <p:txBody>
          <a:bodyPr/>
          <a:lstStyle/>
          <a:p>
            <a:fld id="{7F803353-72E2-470C-8E67-87750F01FAF1}" type="slidenum">
              <a:rPr lang="en-US"/>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1" name="Text Box 1"/>
          <p:cNvSpPr txBox="1">
            <a:spLocks noChangeArrowheads="1"/>
          </p:cNvSpPr>
          <p:nvPr/>
        </p:nvSpPr>
        <p:spPr bwMode="auto">
          <a:xfrm>
            <a:off x="1174575" y="724518"/>
            <a:ext cx="4955029" cy="3582155"/>
          </a:xfrm>
          <a:prstGeom prst="rect">
            <a:avLst/>
          </a:prstGeom>
          <a:solidFill>
            <a:srgbClr val="FFFFFF"/>
          </a:solidFill>
          <a:ln w="9525">
            <a:solidFill>
              <a:srgbClr val="000000"/>
            </a:solidFill>
            <a:miter lim="800000"/>
          </a:ln>
          <a:effectLst/>
        </p:spPr>
        <p:txBody>
          <a:bodyPr wrap="none" lIns="94631" tIns="47316" rIns="94631" bIns="47316" anchor="ctr"/>
          <a:lstStyle/>
          <a:p>
            <a:endParaRPr lang="en-US" dirty="0">
              <a:latin typeface="Calibri" pitchFamily="34" charset="0"/>
            </a:endParaRPr>
          </a:p>
        </p:txBody>
      </p:sp>
      <p:sp>
        <p:nvSpPr>
          <p:cNvPr id="76802" name="Rectangle 2"/>
          <p:cNvSpPr txBox="1">
            <a:spLocks noGrp="1" noChangeArrowheads="1"/>
          </p:cNvSpPr>
          <p:nvPr>
            <p:ph type="body"/>
          </p:nvPr>
        </p:nvSpPr>
        <p:spPr bwMode="auto">
          <a:xfrm>
            <a:off x="974898" y="4555725"/>
            <a:ext cx="5352706" cy="4314758"/>
          </a:xfrm>
          <a:prstGeom prst="rect">
            <a:avLst/>
          </a:prstGeom>
          <a:noFill/>
          <a:ln>
            <a:round/>
          </a:ln>
        </p:spPr>
        <p:txBody>
          <a:bodyPr wrap="none" anchor="ct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5" name="Text Box 1"/>
          <p:cNvSpPr txBox="1">
            <a:spLocks noChangeArrowheads="1"/>
          </p:cNvSpPr>
          <p:nvPr/>
        </p:nvSpPr>
        <p:spPr bwMode="auto">
          <a:xfrm>
            <a:off x="1174575" y="724518"/>
            <a:ext cx="4955029" cy="3582155"/>
          </a:xfrm>
          <a:prstGeom prst="rect">
            <a:avLst/>
          </a:prstGeom>
          <a:solidFill>
            <a:srgbClr val="FFFFFF"/>
          </a:solidFill>
          <a:ln w="9525">
            <a:solidFill>
              <a:srgbClr val="000000"/>
            </a:solidFill>
            <a:miter lim="800000"/>
          </a:ln>
          <a:effectLst/>
        </p:spPr>
        <p:txBody>
          <a:bodyPr wrap="none" lIns="94631" tIns="47316" rIns="94631" bIns="47316" anchor="ctr"/>
          <a:lstStyle/>
          <a:p>
            <a:endParaRPr lang="en-US" dirty="0">
              <a:latin typeface="Calibri" pitchFamily="34" charset="0"/>
            </a:endParaRPr>
          </a:p>
        </p:txBody>
      </p:sp>
      <p:sp>
        <p:nvSpPr>
          <p:cNvPr id="77826" name="Rectangle 2"/>
          <p:cNvSpPr txBox="1">
            <a:spLocks noGrp="1" noChangeArrowheads="1"/>
          </p:cNvSpPr>
          <p:nvPr>
            <p:ph type="body"/>
          </p:nvPr>
        </p:nvSpPr>
        <p:spPr bwMode="auto">
          <a:xfrm>
            <a:off x="974898" y="4555725"/>
            <a:ext cx="5352706" cy="4314758"/>
          </a:xfrm>
          <a:prstGeom prst="rect">
            <a:avLst/>
          </a:prstGeom>
          <a:noFill/>
          <a:ln>
            <a:round/>
          </a:ln>
        </p:spPr>
        <p:txBody>
          <a:bodyPr wrap="none" anchor="ct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849" name="Text Box 1"/>
          <p:cNvSpPr txBox="1">
            <a:spLocks noChangeArrowheads="1"/>
          </p:cNvSpPr>
          <p:nvPr/>
        </p:nvSpPr>
        <p:spPr bwMode="auto">
          <a:xfrm>
            <a:off x="1174575" y="724518"/>
            <a:ext cx="4955029" cy="3582155"/>
          </a:xfrm>
          <a:prstGeom prst="rect">
            <a:avLst/>
          </a:prstGeom>
          <a:solidFill>
            <a:srgbClr val="FFFFFF"/>
          </a:solidFill>
          <a:ln w="9525">
            <a:solidFill>
              <a:srgbClr val="000000"/>
            </a:solidFill>
            <a:miter lim="800000"/>
          </a:ln>
          <a:effectLst/>
        </p:spPr>
        <p:txBody>
          <a:bodyPr wrap="none" lIns="94631" tIns="47316" rIns="94631" bIns="47316" anchor="ctr"/>
          <a:lstStyle/>
          <a:p>
            <a:endParaRPr lang="en-US" dirty="0">
              <a:latin typeface="Calibri" pitchFamily="34" charset="0"/>
            </a:endParaRPr>
          </a:p>
        </p:txBody>
      </p:sp>
      <p:sp>
        <p:nvSpPr>
          <p:cNvPr id="78850" name="Rectangle 2"/>
          <p:cNvSpPr txBox="1">
            <a:spLocks noGrp="1" noChangeArrowheads="1"/>
          </p:cNvSpPr>
          <p:nvPr>
            <p:ph type="body"/>
          </p:nvPr>
        </p:nvSpPr>
        <p:spPr bwMode="auto">
          <a:xfrm>
            <a:off x="974898" y="4555725"/>
            <a:ext cx="5352706" cy="4314758"/>
          </a:xfrm>
          <a:prstGeom prst="rect">
            <a:avLst/>
          </a:prstGeom>
          <a:noFill/>
          <a:ln>
            <a:round/>
          </a:ln>
        </p:spPr>
        <p:txBody>
          <a:bodyPr wrap="none" anchor="ct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3" name="Text Box 1"/>
          <p:cNvSpPr txBox="1">
            <a:spLocks noChangeArrowheads="1"/>
          </p:cNvSpPr>
          <p:nvPr/>
        </p:nvSpPr>
        <p:spPr bwMode="auto">
          <a:xfrm>
            <a:off x="1174575" y="724518"/>
            <a:ext cx="4955029" cy="3582155"/>
          </a:xfrm>
          <a:prstGeom prst="rect">
            <a:avLst/>
          </a:prstGeom>
          <a:solidFill>
            <a:srgbClr val="FFFFFF"/>
          </a:solidFill>
          <a:ln w="9525">
            <a:solidFill>
              <a:srgbClr val="000000"/>
            </a:solidFill>
            <a:miter lim="800000"/>
          </a:ln>
          <a:effectLst/>
        </p:spPr>
        <p:txBody>
          <a:bodyPr wrap="none" lIns="94631" tIns="47316" rIns="94631" bIns="47316" anchor="ctr"/>
          <a:lstStyle/>
          <a:p>
            <a:endParaRPr lang="en-US" dirty="0">
              <a:latin typeface="Calibri" pitchFamily="34" charset="0"/>
            </a:endParaRPr>
          </a:p>
        </p:txBody>
      </p:sp>
      <p:sp>
        <p:nvSpPr>
          <p:cNvPr id="79874" name="Rectangle 2"/>
          <p:cNvSpPr txBox="1">
            <a:spLocks noGrp="1" noChangeArrowheads="1"/>
          </p:cNvSpPr>
          <p:nvPr>
            <p:ph type="body"/>
          </p:nvPr>
        </p:nvSpPr>
        <p:spPr bwMode="auto">
          <a:xfrm>
            <a:off x="974898" y="4555725"/>
            <a:ext cx="5352706" cy="4314758"/>
          </a:xfrm>
          <a:prstGeom prst="rect">
            <a:avLst/>
          </a:prstGeom>
          <a:noFill/>
          <a:ln>
            <a:round/>
          </a:ln>
        </p:spPr>
        <p:txBody>
          <a:bodyPr wrap="none" anchor="ct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708013"/>
            <a:ext cx="10363200" cy="1470025"/>
          </a:xfrm>
        </p:spPr>
        <p:txBody>
          <a:bodyPr/>
          <a:lstStyle>
            <a:lvl1pPr>
              <a:defRPr>
                <a:latin typeface="Calibri" pitchFamily="34" charset="0"/>
              </a:defRPr>
            </a:lvl1pPr>
          </a:lstStyle>
          <a:p>
            <a:r>
              <a:rPr lang="en-US" dirty="0"/>
              <a:t>Click to edit Master title style</a:t>
            </a:r>
            <a:endParaRPr lang="en-US" dirty="0"/>
          </a:p>
        </p:txBody>
      </p:sp>
      <p:sp>
        <p:nvSpPr>
          <p:cNvPr id="3" name="Subtitle 2"/>
          <p:cNvSpPr>
            <a:spLocks noGrp="1"/>
          </p:cNvSpPr>
          <p:nvPr>
            <p:ph type="subTitle" idx="1"/>
          </p:nvPr>
        </p:nvSpPr>
        <p:spPr>
          <a:xfrm>
            <a:off x="914400" y="3886200"/>
            <a:ext cx="10236656" cy="1752600"/>
          </a:xfrm>
        </p:spPr>
        <p:txBody>
          <a:bodyPr/>
          <a:lstStyle>
            <a:lvl1pPr marL="0" indent="0" algn="l">
              <a:buNone/>
              <a:defRPr sz="2000" b="0">
                <a:latin typeface="Calibri"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76025" y="435678"/>
            <a:ext cx="10122791" cy="762000"/>
          </a:xfrm>
        </p:spPr>
        <p:txBody>
          <a:bodyPr/>
          <a:lstStyle>
            <a:lvl1pPr>
              <a:defRPr>
                <a:latin typeface="Calibri" pitchFamily="34" charset="0"/>
              </a:defRPr>
            </a:lvl1pPr>
          </a:lstStyle>
          <a:p>
            <a:r>
              <a:rPr lang="en-US" dirty="0"/>
              <a:t>Click to edit Master title style</a:t>
            </a:r>
            <a:endParaRPr lang="en-US" dirty="0"/>
          </a:p>
        </p:txBody>
      </p:sp>
      <p:sp>
        <p:nvSpPr>
          <p:cNvPr id="3" name="Content Placeholder 2"/>
          <p:cNvSpPr>
            <a:spLocks noGrp="1"/>
          </p:cNvSpPr>
          <p:nvPr>
            <p:ph idx="1"/>
          </p:nvPr>
        </p:nvSpPr>
        <p:spPr/>
        <p:txBody>
          <a:bodyPr/>
          <a:lstStyle>
            <a:lvl1pPr>
              <a:defRPr b="0">
                <a:latin typeface="Calibri" pitchFamily="34" charset="0"/>
              </a:defRPr>
            </a:lvl1pPr>
            <a:lvl2pPr>
              <a:defRPr b="0">
                <a:latin typeface="Calibri" pitchFamily="34" charset="0"/>
              </a:defRPr>
            </a:lvl2pPr>
            <a:lvl3pPr>
              <a:defRPr b="0">
                <a:latin typeface="Calibri" pitchFamily="34" charset="0"/>
              </a:defRPr>
            </a:lvl3pPr>
            <a:lvl4pPr>
              <a:defRPr b="0">
                <a:latin typeface="Calibri" pitchFamily="34" charset="0"/>
              </a:defRPr>
            </a:lvl4pPr>
            <a:lvl5pPr>
              <a:defRPr b="0">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atin typeface="Calibri" pitchFamily="34" charset="0"/>
              </a:defRPr>
            </a:lvl1pPr>
          </a:lstStyle>
          <a:p>
            <a:r>
              <a:rPr lang="en-US" dirty="0"/>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atin typeface="Calibri"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endParaRPr lang="en-US" dirty="0"/>
          </a:p>
        </p:txBody>
      </p:sp>
      <p:sp>
        <p:nvSpPr>
          <p:cNvPr id="3" name="Content Placeholder 2"/>
          <p:cNvSpPr>
            <a:spLocks noGrp="1"/>
          </p:cNvSpPr>
          <p:nvPr>
            <p:ph sz="half" idx="1"/>
          </p:nvPr>
        </p:nvSpPr>
        <p:spPr>
          <a:xfrm>
            <a:off x="850901" y="1362075"/>
            <a:ext cx="5162551"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216651" y="1362075"/>
            <a:ext cx="5162549"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Calibri" pitchFamily="34" charset="0"/>
              </a:defRPr>
            </a:lvl1pPr>
          </a:lstStyle>
          <a:p>
            <a:r>
              <a:rPr lang="en-US" dirty="0"/>
              <a:t>Click to edit Master title style</a:t>
            </a:r>
            <a:endParaRPr lang="en-US" dirty="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6" name="Content Placeholder 5"/>
          <p:cNvSpPr>
            <a:spLocks noGrp="1"/>
          </p:cNvSpPr>
          <p:nvPr>
            <p:ph sz="quarter" idx="4"/>
          </p:nvPr>
        </p:nvSpPr>
        <p:spPr>
          <a:xfrm>
            <a:off x="6193368" y="2174875"/>
            <a:ext cx="5389033"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77017" y="445070"/>
            <a:ext cx="10121900" cy="762000"/>
          </a:xfrm>
        </p:spPr>
        <p:txBody>
          <a:bodyPr/>
          <a:lstStyle>
            <a:lvl1pPr>
              <a:defRPr>
                <a:latin typeface="Calibri" pitchFamily="34" charset="0"/>
              </a:defRPr>
            </a:lvl1pPr>
          </a:lstStyle>
          <a:p>
            <a:r>
              <a:rPr lang="en-US" dirty="0"/>
              <a:t>Click to edit Master title style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atin typeface="Calibri" pitchFamily="34" charset="0"/>
              </a:defRPr>
            </a:lvl1pPr>
          </a:lstStyle>
          <a:p>
            <a:r>
              <a:rPr lang="en-US" dirty="0"/>
              <a:t>Click to edit Master title style</a:t>
            </a:r>
            <a:endParaRPr lang="en-US" dirty="0"/>
          </a:p>
        </p:txBody>
      </p:sp>
      <p:sp>
        <p:nvSpPr>
          <p:cNvPr id="3" name="Content Placeholder 2"/>
          <p:cNvSpPr>
            <a:spLocks noGrp="1"/>
          </p:cNvSpPr>
          <p:nvPr>
            <p:ph idx="1"/>
          </p:nvPr>
        </p:nvSpPr>
        <p:spPr>
          <a:xfrm>
            <a:off x="4766733" y="273051"/>
            <a:ext cx="6815667" cy="5853113"/>
          </a:xfrm>
        </p:spPr>
        <p:txBody>
          <a:bodyPr/>
          <a:lstStyle>
            <a:lvl1pPr>
              <a:defRPr sz="3200">
                <a:latin typeface="Calibri" pitchFamily="34" charset="0"/>
              </a:defRPr>
            </a:lvl1pPr>
            <a:lvl2pPr>
              <a:defRPr sz="2800">
                <a:latin typeface="Calibri" pitchFamily="34" charset="0"/>
              </a:defRPr>
            </a:lvl2pPr>
            <a:lvl3pPr>
              <a:defRPr sz="2400">
                <a:latin typeface="Calibri" pitchFamily="34" charset="0"/>
              </a:defRPr>
            </a:lvl3pPr>
            <a:lvl4pPr>
              <a:defRPr sz="2000">
                <a:latin typeface="Calibri" pitchFamily="34" charset="0"/>
              </a:defRPr>
            </a:lvl4pPr>
            <a:lvl5pPr>
              <a:defRPr sz="2000">
                <a:latin typeface="Calibri" pitchFamily="34" charset="0"/>
              </a:defRPr>
            </a:lvl5pPr>
            <a:lvl6pPr>
              <a:defRPr sz="2000"/>
            </a:lvl6pPr>
            <a:lvl7pPr>
              <a:defRPr sz="2000"/>
            </a:lvl7pPr>
            <a:lvl8pPr>
              <a:defRPr sz="2000"/>
            </a:lvl8pPr>
            <a:lvl9pPr>
              <a:defRPr sz="20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atin typeface="Calibri" pitchFamily="34" charset="0"/>
              </a:defRPr>
            </a:lvl1pPr>
          </a:lstStyle>
          <a:p>
            <a:r>
              <a:rPr lang="en-US" dirty="0"/>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atin typeface="Calibri"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endParaRPr lang="en-US" dirty="0"/>
          </a:p>
        </p:txBody>
      </p:sp>
      <p:sp>
        <p:nvSpPr>
          <p:cNvPr id="3" name="Vertical Text Placeholder 2"/>
          <p:cNvSpPr>
            <a:spLocks noGrp="1"/>
          </p:cNvSpPr>
          <p:nvPr>
            <p:ph type="body" orient="vert" idx="1"/>
          </p:nvPr>
        </p:nvSpPr>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352" y="228601"/>
            <a:ext cx="2914649" cy="6105525"/>
          </a:xfrm>
        </p:spPr>
        <p:txBody>
          <a:bodyPr vert="eaVert"/>
          <a:lstStyle>
            <a:lvl1pPr>
              <a:defRPr>
                <a:latin typeface="Calibri" pitchFamily="34" charset="0"/>
              </a:defRPr>
            </a:lvl1pPr>
          </a:lstStyle>
          <a:p>
            <a:r>
              <a:rPr lang="en-US" dirty="0"/>
              <a:t>Click to edit Master title style</a:t>
            </a:r>
            <a:endParaRPr lang="en-US" dirty="0"/>
          </a:p>
        </p:txBody>
      </p:sp>
      <p:sp>
        <p:nvSpPr>
          <p:cNvPr id="3" name="Vertical Text Placeholder 2"/>
          <p:cNvSpPr>
            <a:spLocks noGrp="1"/>
          </p:cNvSpPr>
          <p:nvPr>
            <p:ph type="body" orient="vert" idx="1"/>
          </p:nvPr>
        </p:nvSpPr>
        <p:spPr>
          <a:xfrm>
            <a:off x="529167" y="228601"/>
            <a:ext cx="8544984" cy="6105525"/>
          </a:xfrm>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29168" y="228600"/>
            <a:ext cx="11662833" cy="762000"/>
          </a:xfrm>
        </p:spPr>
        <p:txBody>
          <a:bodyPr/>
          <a:lstStyle>
            <a:lvl1pPr>
              <a:defRPr>
                <a:latin typeface="Calibri" pitchFamily="34" charset="0"/>
              </a:defRPr>
            </a:lvl1pPr>
          </a:lstStyle>
          <a:p>
            <a:r>
              <a:rPr lang="en-US" dirty="0"/>
              <a:t>Click to edit Master title style</a:t>
            </a:r>
            <a:endParaRPr lang="en-US" dirty="0"/>
          </a:p>
        </p:txBody>
      </p:sp>
      <p:sp>
        <p:nvSpPr>
          <p:cNvPr id="3" name="Content Placeholder 2"/>
          <p:cNvSpPr>
            <a:spLocks noGrp="1"/>
          </p:cNvSpPr>
          <p:nvPr>
            <p:ph sz="half" idx="1"/>
          </p:nvPr>
        </p:nvSpPr>
        <p:spPr>
          <a:xfrm>
            <a:off x="850901" y="1362075"/>
            <a:ext cx="5162551"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quarter" idx="2"/>
          </p:nvPr>
        </p:nvSpPr>
        <p:spPr>
          <a:xfrm>
            <a:off x="6216651" y="1362076"/>
            <a:ext cx="5162549"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Content Placeholder 4"/>
          <p:cNvSpPr>
            <a:spLocks noGrp="1"/>
          </p:cNvSpPr>
          <p:nvPr>
            <p:ph sz="quarter" idx="3"/>
          </p:nvPr>
        </p:nvSpPr>
        <p:spPr>
          <a:xfrm>
            <a:off x="6216651" y="3924301"/>
            <a:ext cx="5162549"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29168" y="228600"/>
            <a:ext cx="11662833" cy="762000"/>
          </a:xfrm>
        </p:spPr>
        <p:txBody>
          <a:bodyPr/>
          <a:lstStyle>
            <a:lvl1pPr>
              <a:defRPr>
                <a:latin typeface="Calibri" pitchFamily="34" charset="0"/>
              </a:defRPr>
            </a:lvl1pPr>
          </a:lstStyle>
          <a:p>
            <a:r>
              <a:rPr lang="en-US" dirty="0"/>
              <a:t>Click to edit Master title style</a:t>
            </a:r>
            <a:endParaRPr lang="en-US" dirty="0"/>
          </a:p>
        </p:txBody>
      </p:sp>
      <p:sp>
        <p:nvSpPr>
          <p:cNvPr id="3" name="Text Placeholder 2"/>
          <p:cNvSpPr>
            <a:spLocks noGrp="1"/>
          </p:cNvSpPr>
          <p:nvPr>
            <p:ph type="body" sz="half" idx="1"/>
          </p:nvPr>
        </p:nvSpPr>
        <p:spPr>
          <a:xfrm>
            <a:off x="850901" y="1362075"/>
            <a:ext cx="5162551"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216651" y="1362075"/>
            <a:ext cx="5162549"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708013"/>
            <a:ext cx="10363200" cy="1470025"/>
          </a:xfrm>
        </p:spPr>
        <p:txBody>
          <a:bodyPr/>
          <a:lstStyle>
            <a:lvl1pPr>
              <a:defRPr>
                <a:latin typeface="Calibri" pitchFamily="34" charset="0"/>
              </a:defRPr>
            </a:lvl1pPr>
          </a:lstStyle>
          <a:p>
            <a:r>
              <a:rPr lang="en-US" dirty="0"/>
              <a:t>Click to edit Master title style</a:t>
            </a:r>
            <a:endParaRPr lang="en-US" dirty="0"/>
          </a:p>
        </p:txBody>
      </p:sp>
      <p:sp>
        <p:nvSpPr>
          <p:cNvPr id="3" name="Subtitle 2"/>
          <p:cNvSpPr>
            <a:spLocks noGrp="1"/>
          </p:cNvSpPr>
          <p:nvPr>
            <p:ph type="subTitle" idx="1"/>
          </p:nvPr>
        </p:nvSpPr>
        <p:spPr>
          <a:xfrm>
            <a:off x="914400" y="3886200"/>
            <a:ext cx="10236656" cy="1752600"/>
          </a:xfrm>
        </p:spPr>
        <p:txBody>
          <a:bodyPr/>
          <a:lstStyle>
            <a:lvl1pPr marL="0" indent="0" algn="l">
              <a:buNone/>
              <a:defRPr sz="2000" b="0">
                <a:latin typeface="Calibri"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76025" y="435678"/>
            <a:ext cx="10122791" cy="762000"/>
          </a:xfrm>
        </p:spPr>
        <p:txBody>
          <a:bodyPr/>
          <a:lstStyle>
            <a:lvl1pPr>
              <a:defRPr>
                <a:latin typeface="Calibri" pitchFamily="34" charset="0"/>
              </a:defRPr>
            </a:lvl1pPr>
          </a:lstStyle>
          <a:p>
            <a:r>
              <a:rPr lang="en-US" dirty="0"/>
              <a:t>Click to edit Master title style</a:t>
            </a:r>
            <a:endParaRPr lang="en-US" dirty="0"/>
          </a:p>
        </p:txBody>
      </p:sp>
      <p:sp>
        <p:nvSpPr>
          <p:cNvPr id="3" name="Content Placeholder 2"/>
          <p:cNvSpPr>
            <a:spLocks noGrp="1"/>
          </p:cNvSpPr>
          <p:nvPr>
            <p:ph idx="1"/>
          </p:nvPr>
        </p:nvSpPr>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atin typeface="Calibri" pitchFamily="34" charset="0"/>
              </a:defRPr>
            </a:lvl1pPr>
          </a:lstStyle>
          <a:p>
            <a:r>
              <a:rPr lang="en-US" dirty="0"/>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atin typeface="Calibri"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endParaRPr lang="en-US" dirty="0"/>
          </a:p>
        </p:txBody>
      </p:sp>
      <p:sp>
        <p:nvSpPr>
          <p:cNvPr id="3" name="Content Placeholder 2"/>
          <p:cNvSpPr>
            <a:spLocks noGrp="1"/>
          </p:cNvSpPr>
          <p:nvPr>
            <p:ph sz="half" idx="1"/>
          </p:nvPr>
        </p:nvSpPr>
        <p:spPr>
          <a:xfrm>
            <a:off x="850901" y="1362075"/>
            <a:ext cx="5162551"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216651" y="1362075"/>
            <a:ext cx="5162549"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Calibri" pitchFamily="34" charset="0"/>
              </a:defRPr>
            </a:lvl1pPr>
          </a:lstStyle>
          <a:p>
            <a:r>
              <a:rPr lang="en-US" dirty="0"/>
              <a:t>Click to edit Master title style</a:t>
            </a:r>
            <a:endParaRPr lang="en-US" dirty="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6" name="Content Placeholder 5"/>
          <p:cNvSpPr>
            <a:spLocks noGrp="1"/>
          </p:cNvSpPr>
          <p:nvPr>
            <p:ph sz="quarter" idx="4"/>
          </p:nvPr>
        </p:nvSpPr>
        <p:spPr>
          <a:xfrm>
            <a:off x="6193368" y="2174875"/>
            <a:ext cx="5389033"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77017" y="445070"/>
            <a:ext cx="10121900" cy="762000"/>
          </a:xfrm>
        </p:spPr>
        <p:txBody>
          <a:bodyPr/>
          <a:lstStyle>
            <a:lvl1pPr>
              <a:defRPr>
                <a:latin typeface="Calibri" pitchFamily="34" charset="0"/>
              </a:defRPr>
            </a:lvl1pPr>
          </a:lstStyle>
          <a:p>
            <a:r>
              <a:rPr lang="en-US" dirty="0"/>
              <a:t>Click to edit Master title style</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atin typeface="Calibri" pitchFamily="34" charset="0"/>
              </a:defRPr>
            </a:lvl1pPr>
          </a:lstStyle>
          <a:p>
            <a:r>
              <a:rPr lang="en-US" dirty="0"/>
              <a:t>Click to edit Master title style</a:t>
            </a:r>
            <a:endParaRPr lang="en-US" dirty="0"/>
          </a:p>
        </p:txBody>
      </p:sp>
      <p:sp>
        <p:nvSpPr>
          <p:cNvPr id="3" name="Content Placeholder 2"/>
          <p:cNvSpPr>
            <a:spLocks noGrp="1"/>
          </p:cNvSpPr>
          <p:nvPr>
            <p:ph idx="1"/>
          </p:nvPr>
        </p:nvSpPr>
        <p:spPr>
          <a:xfrm>
            <a:off x="4766733" y="273051"/>
            <a:ext cx="6815667" cy="5853113"/>
          </a:xfrm>
        </p:spPr>
        <p:txBody>
          <a:bodyPr/>
          <a:lstStyle>
            <a:lvl1pPr>
              <a:defRPr sz="3200">
                <a:latin typeface="Calibri" pitchFamily="34" charset="0"/>
              </a:defRPr>
            </a:lvl1pPr>
            <a:lvl2pPr>
              <a:defRPr sz="2800">
                <a:latin typeface="Calibri" pitchFamily="34" charset="0"/>
              </a:defRPr>
            </a:lvl2pPr>
            <a:lvl3pPr>
              <a:defRPr sz="2400">
                <a:latin typeface="Calibri" pitchFamily="34" charset="0"/>
              </a:defRPr>
            </a:lvl3pPr>
            <a:lvl4pPr>
              <a:defRPr sz="2000">
                <a:latin typeface="Calibri" pitchFamily="34" charset="0"/>
              </a:defRPr>
            </a:lvl4pPr>
            <a:lvl5pPr>
              <a:defRPr sz="2000">
                <a:latin typeface="Calibri" pitchFamily="34" charset="0"/>
              </a:defRPr>
            </a:lvl5pPr>
            <a:lvl6pPr>
              <a:defRPr sz="2000"/>
            </a:lvl6pPr>
            <a:lvl7pPr>
              <a:defRPr sz="2000"/>
            </a:lvl7pPr>
            <a:lvl8pPr>
              <a:defRPr sz="2000"/>
            </a:lvl8pPr>
            <a:lvl9pPr>
              <a:defRPr sz="20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atin typeface="Calibri" pitchFamily="34" charset="0"/>
              </a:defRPr>
            </a:lvl1pPr>
          </a:lstStyle>
          <a:p>
            <a:r>
              <a:rPr lang="en-US" dirty="0"/>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atin typeface="Calibri"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endParaRPr lang="en-US" dirty="0"/>
          </a:p>
        </p:txBody>
      </p:sp>
      <p:sp>
        <p:nvSpPr>
          <p:cNvPr id="3" name="Vertical Text Placeholder 2"/>
          <p:cNvSpPr>
            <a:spLocks noGrp="1"/>
          </p:cNvSpPr>
          <p:nvPr>
            <p:ph type="body" orient="vert" idx="1"/>
          </p:nvPr>
        </p:nvSpPr>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352" y="228601"/>
            <a:ext cx="2914649" cy="6105525"/>
          </a:xfrm>
        </p:spPr>
        <p:txBody>
          <a:bodyPr vert="eaVert"/>
          <a:lstStyle>
            <a:lvl1pPr>
              <a:defRPr>
                <a:latin typeface="Calibri" pitchFamily="34" charset="0"/>
              </a:defRPr>
            </a:lvl1pPr>
          </a:lstStyle>
          <a:p>
            <a:r>
              <a:rPr lang="en-US" dirty="0"/>
              <a:t>Click to edit Master title style</a:t>
            </a:r>
            <a:endParaRPr lang="en-US" dirty="0"/>
          </a:p>
        </p:txBody>
      </p:sp>
      <p:sp>
        <p:nvSpPr>
          <p:cNvPr id="3" name="Vertical Text Placeholder 2"/>
          <p:cNvSpPr>
            <a:spLocks noGrp="1"/>
          </p:cNvSpPr>
          <p:nvPr>
            <p:ph type="body" orient="vert" idx="1"/>
          </p:nvPr>
        </p:nvSpPr>
        <p:spPr>
          <a:xfrm>
            <a:off x="529167" y="228601"/>
            <a:ext cx="8544984" cy="6105525"/>
          </a:xfrm>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29168" y="228600"/>
            <a:ext cx="11662833" cy="762000"/>
          </a:xfrm>
        </p:spPr>
        <p:txBody>
          <a:bodyPr/>
          <a:lstStyle>
            <a:lvl1pPr>
              <a:defRPr>
                <a:latin typeface="Calibri" pitchFamily="34" charset="0"/>
              </a:defRPr>
            </a:lvl1pPr>
          </a:lstStyle>
          <a:p>
            <a:r>
              <a:rPr lang="en-US" dirty="0"/>
              <a:t>Click to edit Master title style</a:t>
            </a:r>
            <a:endParaRPr lang="en-US" dirty="0"/>
          </a:p>
        </p:txBody>
      </p:sp>
      <p:sp>
        <p:nvSpPr>
          <p:cNvPr id="3" name="Content Placeholder 2"/>
          <p:cNvSpPr>
            <a:spLocks noGrp="1"/>
          </p:cNvSpPr>
          <p:nvPr>
            <p:ph sz="half" idx="1"/>
          </p:nvPr>
        </p:nvSpPr>
        <p:spPr>
          <a:xfrm>
            <a:off x="850901" y="1362075"/>
            <a:ext cx="5162551"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quarter" idx="2"/>
          </p:nvPr>
        </p:nvSpPr>
        <p:spPr>
          <a:xfrm>
            <a:off x="6216651" y="1362076"/>
            <a:ext cx="5162549"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Content Placeholder 4"/>
          <p:cNvSpPr>
            <a:spLocks noGrp="1"/>
          </p:cNvSpPr>
          <p:nvPr>
            <p:ph sz="quarter" idx="3"/>
          </p:nvPr>
        </p:nvSpPr>
        <p:spPr>
          <a:xfrm>
            <a:off x="6216651" y="3924301"/>
            <a:ext cx="5162549"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29168" y="228600"/>
            <a:ext cx="11662833" cy="762000"/>
          </a:xfrm>
        </p:spPr>
        <p:txBody>
          <a:bodyPr/>
          <a:lstStyle>
            <a:lvl1pPr>
              <a:defRPr>
                <a:latin typeface="Calibri" pitchFamily="34" charset="0"/>
              </a:defRPr>
            </a:lvl1pPr>
          </a:lstStyle>
          <a:p>
            <a:r>
              <a:rPr lang="en-US" dirty="0"/>
              <a:t>Click to edit Master title style</a:t>
            </a:r>
            <a:endParaRPr lang="en-US" dirty="0"/>
          </a:p>
        </p:txBody>
      </p:sp>
      <p:sp>
        <p:nvSpPr>
          <p:cNvPr id="3" name="Text Placeholder 2"/>
          <p:cNvSpPr>
            <a:spLocks noGrp="1"/>
          </p:cNvSpPr>
          <p:nvPr>
            <p:ph type="body" sz="half" idx="1"/>
          </p:nvPr>
        </p:nvSpPr>
        <p:spPr>
          <a:xfrm>
            <a:off x="850901" y="1362075"/>
            <a:ext cx="5162551"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216651" y="1362075"/>
            <a:ext cx="5162549"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708013"/>
            <a:ext cx="10363200" cy="1470025"/>
          </a:xfrm>
        </p:spPr>
        <p:txBody>
          <a:bodyPr/>
          <a:lstStyle>
            <a:lvl1pPr>
              <a:defRPr>
                <a:latin typeface="Calibri" pitchFamily="34" charset="0"/>
              </a:defRPr>
            </a:lvl1pPr>
          </a:lstStyle>
          <a:p>
            <a:r>
              <a:rPr lang="en-US" dirty="0"/>
              <a:t>Click to edit Master title style</a:t>
            </a:r>
            <a:endParaRPr lang="en-US" dirty="0"/>
          </a:p>
        </p:txBody>
      </p:sp>
      <p:sp>
        <p:nvSpPr>
          <p:cNvPr id="3" name="Subtitle 2"/>
          <p:cNvSpPr>
            <a:spLocks noGrp="1"/>
          </p:cNvSpPr>
          <p:nvPr>
            <p:ph type="subTitle" idx="1"/>
          </p:nvPr>
        </p:nvSpPr>
        <p:spPr>
          <a:xfrm>
            <a:off x="914400" y="3886200"/>
            <a:ext cx="10236656" cy="1752600"/>
          </a:xfrm>
        </p:spPr>
        <p:txBody>
          <a:bodyPr/>
          <a:lstStyle>
            <a:lvl1pPr marL="0" indent="0" algn="l">
              <a:buNone/>
              <a:defRPr sz="2000" b="0">
                <a:latin typeface="Calibri"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76025" y="435678"/>
            <a:ext cx="10122791" cy="762000"/>
          </a:xfrm>
        </p:spPr>
        <p:txBody>
          <a:bodyPr/>
          <a:lstStyle>
            <a:lvl1pPr>
              <a:defRPr>
                <a:latin typeface="Calibri" pitchFamily="34" charset="0"/>
              </a:defRPr>
            </a:lvl1pPr>
          </a:lstStyle>
          <a:p>
            <a:r>
              <a:rPr lang="en-US" dirty="0"/>
              <a:t>Click to edit Master title style</a:t>
            </a:r>
            <a:endParaRPr lang="en-US" dirty="0"/>
          </a:p>
        </p:txBody>
      </p:sp>
      <p:sp>
        <p:nvSpPr>
          <p:cNvPr id="3" name="Content Placeholder 2"/>
          <p:cNvSpPr>
            <a:spLocks noGrp="1"/>
          </p:cNvSpPr>
          <p:nvPr>
            <p:ph idx="1"/>
          </p:nvPr>
        </p:nvSpPr>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atin typeface="Calibri" pitchFamily="34" charset="0"/>
              </a:defRPr>
            </a:lvl1pPr>
          </a:lstStyle>
          <a:p>
            <a:r>
              <a:rPr lang="en-US" dirty="0"/>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atin typeface="Calibri"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endParaRPr lang="en-US" dirty="0"/>
          </a:p>
        </p:txBody>
      </p:sp>
      <p:sp>
        <p:nvSpPr>
          <p:cNvPr id="3" name="Content Placeholder 2"/>
          <p:cNvSpPr>
            <a:spLocks noGrp="1"/>
          </p:cNvSpPr>
          <p:nvPr>
            <p:ph sz="half" idx="1"/>
          </p:nvPr>
        </p:nvSpPr>
        <p:spPr>
          <a:xfrm>
            <a:off x="850901" y="1362075"/>
            <a:ext cx="5162551"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216651" y="1362075"/>
            <a:ext cx="5162549"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Calibri" pitchFamily="34" charset="0"/>
              </a:defRPr>
            </a:lvl1pPr>
          </a:lstStyle>
          <a:p>
            <a:r>
              <a:rPr lang="en-US" dirty="0"/>
              <a:t>Click to edit Master title style</a:t>
            </a:r>
            <a:endParaRPr lang="en-US" dirty="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6" name="Content Placeholder 5"/>
          <p:cNvSpPr>
            <a:spLocks noGrp="1"/>
          </p:cNvSpPr>
          <p:nvPr>
            <p:ph sz="quarter" idx="4"/>
          </p:nvPr>
        </p:nvSpPr>
        <p:spPr>
          <a:xfrm>
            <a:off x="6193368" y="2174875"/>
            <a:ext cx="5389033"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77017" y="445070"/>
            <a:ext cx="10121900" cy="762000"/>
          </a:xfrm>
        </p:spPr>
        <p:txBody>
          <a:bodyPr/>
          <a:lstStyle>
            <a:lvl1pPr>
              <a:defRPr>
                <a:latin typeface="Calibri" pitchFamily="34" charset="0"/>
              </a:defRPr>
            </a:lvl1pPr>
          </a:lstStyle>
          <a:p>
            <a:r>
              <a:rPr lang="en-US" dirty="0"/>
              <a:t>Click to edit Master title style</a:t>
            </a:r>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atin typeface="Calibri" pitchFamily="34" charset="0"/>
              </a:defRPr>
            </a:lvl1pPr>
          </a:lstStyle>
          <a:p>
            <a:r>
              <a:rPr lang="en-US" dirty="0"/>
              <a:t>Click to edit Master title style</a:t>
            </a:r>
            <a:endParaRPr lang="en-US" dirty="0"/>
          </a:p>
        </p:txBody>
      </p:sp>
      <p:sp>
        <p:nvSpPr>
          <p:cNvPr id="3" name="Content Placeholder 2"/>
          <p:cNvSpPr>
            <a:spLocks noGrp="1"/>
          </p:cNvSpPr>
          <p:nvPr>
            <p:ph idx="1"/>
          </p:nvPr>
        </p:nvSpPr>
        <p:spPr>
          <a:xfrm>
            <a:off x="4766733" y="273051"/>
            <a:ext cx="6815667" cy="5853113"/>
          </a:xfrm>
        </p:spPr>
        <p:txBody>
          <a:bodyPr/>
          <a:lstStyle>
            <a:lvl1pPr>
              <a:defRPr sz="3200">
                <a:latin typeface="Calibri" pitchFamily="34" charset="0"/>
              </a:defRPr>
            </a:lvl1pPr>
            <a:lvl2pPr>
              <a:defRPr sz="2800">
                <a:latin typeface="Calibri" pitchFamily="34" charset="0"/>
              </a:defRPr>
            </a:lvl2pPr>
            <a:lvl3pPr>
              <a:defRPr sz="2400">
                <a:latin typeface="Calibri" pitchFamily="34" charset="0"/>
              </a:defRPr>
            </a:lvl3pPr>
            <a:lvl4pPr>
              <a:defRPr sz="2000">
                <a:latin typeface="Calibri" pitchFamily="34" charset="0"/>
              </a:defRPr>
            </a:lvl4pPr>
            <a:lvl5pPr>
              <a:defRPr sz="2000">
                <a:latin typeface="Calibri" pitchFamily="34" charset="0"/>
              </a:defRPr>
            </a:lvl5pPr>
            <a:lvl6pPr>
              <a:defRPr sz="2000"/>
            </a:lvl6pPr>
            <a:lvl7pPr>
              <a:defRPr sz="2000"/>
            </a:lvl7pPr>
            <a:lvl8pPr>
              <a:defRPr sz="2000"/>
            </a:lvl8pPr>
            <a:lvl9pPr>
              <a:defRPr sz="20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atin typeface="Calibri" pitchFamily="34" charset="0"/>
              </a:defRPr>
            </a:lvl1pPr>
          </a:lstStyle>
          <a:p>
            <a:r>
              <a:rPr lang="en-US" dirty="0"/>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atin typeface="Calibri"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endParaRPr lang="en-US" dirty="0"/>
          </a:p>
        </p:txBody>
      </p:sp>
      <p:sp>
        <p:nvSpPr>
          <p:cNvPr id="3" name="Vertical Text Placeholder 2"/>
          <p:cNvSpPr>
            <a:spLocks noGrp="1"/>
          </p:cNvSpPr>
          <p:nvPr>
            <p:ph type="body" orient="vert" idx="1"/>
          </p:nvPr>
        </p:nvSpPr>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352" y="228601"/>
            <a:ext cx="2914649" cy="6105525"/>
          </a:xfrm>
        </p:spPr>
        <p:txBody>
          <a:bodyPr vert="eaVert"/>
          <a:lstStyle>
            <a:lvl1pPr>
              <a:defRPr>
                <a:latin typeface="Calibri" pitchFamily="34" charset="0"/>
              </a:defRPr>
            </a:lvl1pPr>
          </a:lstStyle>
          <a:p>
            <a:r>
              <a:rPr lang="en-US" dirty="0"/>
              <a:t>Click to edit Master title style</a:t>
            </a:r>
            <a:endParaRPr lang="en-US" dirty="0"/>
          </a:p>
        </p:txBody>
      </p:sp>
      <p:sp>
        <p:nvSpPr>
          <p:cNvPr id="3" name="Vertical Text Placeholder 2"/>
          <p:cNvSpPr>
            <a:spLocks noGrp="1"/>
          </p:cNvSpPr>
          <p:nvPr>
            <p:ph type="body" orient="vert" idx="1"/>
          </p:nvPr>
        </p:nvSpPr>
        <p:spPr>
          <a:xfrm>
            <a:off x="529167" y="228601"/>
            <a:ext cx="8544984" cy="6105525"/>
          </a:xfrm>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29168" y="228600"/>
            <a:ext cx="11662833" cy="762000"/>
          </a:xfrm>
        </p:spPr>
        <p:txBody>
          <a:bodyPr/>
          <a:lstStyle>
            <a:lvl1pPr>
              <a:defRPr>
                <a:latin typeface="Calibri" pitchFamily="34" charset="0"/>
              </a:defRPr>
            </a:lvl1pPr>
          </a:lstStyle>
          <a:p>
            <a:r>
              <a:rPr lang="en-US" dirty="0"/>
              <a:t>Click to edit Master title style</a:t>
            </a:r>
            <a:endParaRPr lang="en-US" dirty="0"/>
          </a:p>
        </p:txBody>
      </p:sp>
      <p:sp>
        <p:nvSpPr>
          <p:cNvPr id="3" name="Content Placeholder 2"/>
          <p:cNvSpPr>
            <a:spLocks noGrp="1"/>
          </p:cNvSpPr>
          <p:nvPr>
            <p:ph sz="half" idx="1"/>
          </p:nvPr>
        </p:nvSpPr>
        <p:spPr>
          <a:xfrm>
            <a:off x="850901" y="1362075"/>
            <a:ext cx="5162551"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quarter" idx="2"/>
          </p:nvPr>
        </p:nvSpPr>
        <p:spPr>
          <a:xfrm>
            <a:off x="6216651" y="1362076"/>
            <a:ext cx="5162549"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Content Placeholder 4"/>
          <p:cNvSpPr>
            <a:spLocks noGrp="1"/>
          </p:cNvSpPr>
          <p:nvPr>
            <p:ph sz="quarter" idx="3"/>
          </p:nvPr>
        </p:nvSpPr>
        <p:spPr>
          <a:xfrm>
            <a:off x="6216651" y="3924301"/>
            <a:ext cx="5162549"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29168" y="228600"/>
            <a:ext cx="11662833" cy="762000"/>
          </a:xfrm>
        </p:spPr>
        <p:txBody>
          <a:bodyPr/>
          <a:lstStyle>
            <a:lvl1pPr>
              <a:defRPr>
                <a:latin typeface="Calibri" pitchFamily="34" charset="0"/>
              </a:defRPr>
            </a:lvl1pPr>
          </a:lstStyle>
          <a:p>
            <a:r>
              <a:rPr lang="en-US" dirty="0"/>
              <a:t>Click to edit Master title style</a:t>
            </a:r>
            <a:endParaRPr lang="en-US" dirty="0"/>
          </a:p>
        </p:txBody>
      </p:sp>
      <p:sp>
        <p:nvSpPr>
          <p:cNvPr id="3" name="Text Placeholder 2"/>
          <p:cNvSpPr>
            <a:spLocks noGrp="1"/>
          </p:cNvSpPr>
          <p:nvPr>
            <p:ph type="body" sz="half" idx="1"/>
          </p:nvPr>
        </p:nvSpPr>
        <p:spPr>
          <a:xfrm>
            <a:off x="850901" y="1362075"/>
            <a:ext cx="5162551"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216651" y="1362075"/>
            <a:ext cx="5162549"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708013"/>
            <a:ext cx="10363200" cy="1470025"/>
          </a:xfrm>
        </p:spPr>
        <p:txBody>
          <a:bodyPr/>
          <a:lstStyle>
            <a:lvl1pPr>
              <a:defRPr>
                <a:latin typeface="Calibri" pitchFamily="34" charset="0"/>
              </a:defRPr>
            </a:lvl1pPr>
          </a:lstStyle>
          <a:p>
            <a:r>
              <a:rPr lang="en-US" dirty="0"/>
              <a:t>Click to edit Master title style</a:t>
            </a:r>
            <a:endParaRPr lang="en-US" dirty="0"/>
          </a:p>
        </p:txBody>
      </p:sp>
      <p:sp>
        <p:nvSpPr>
          <p:cNvPr id="3" name="Subtitle 2"/>
          <p:cNvSpPr>
            <a:spLocks noGrp="1"/>
          </p:cNvSpPr>
          <p:nvPr>
            <p:ph type="subTitle" idx="1"/>
          </p:nvPr>
        </p:nvSpPr>
        <p:spPr>
          <a:xfrm>
            <a:off x="914400" y="3886200"/>
            <a:ext cx="10236656" cy="1752600"/>
          </a:xfrm>
        </p:spPr>
        <p:txBody>
          <a:bodyPr/>
          <a:lstStyle>
            <a:lvl1pPr marL="0" indent="0" algn="l">
              <a:buNone/>
              <a:defRPr sz="2000" b="0">
                <a:latin typeface="Calibri"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76025" y="435678"/>
            <a:ext cx="10122791" cy="762000"/>
          </a:xfrm>
        </p:spPr>
        <p:txBody>
          <a:bodyPr/>
          <a:lstStyle>
            <a:lvl1pPr>
              <a:defRPr>
                <a:latin typeface="Calibri" pitchFamily="34" charset="0"/>
              </a:defRPr>
            </a:lvl1pPr>
          </a:lstStyle>
          <a:p>
            <a:r>
              <a:rPr lang="en-US" dirty="0"/>
              <a:t>Click to edit Master title style</a:t>
            </a:r>
            <a:endParaRPr lang="en-US" dirty="0"/>
          </a:p>
        </p:txBody>
      </p:sp>
      <p:sp>
        <p:nvSpPr>
          <p:cNvPr id="3" name="Content Placeholder 2"/>
          <p:cNvSpPr>
            <a:spLocks noGrp="1"/>
          </p:cNvSpPr>
          <p:nvPr>
            <p:ph idx="1"/>
          </p:nvPr>
        </p:nvSpPr>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atin typeface="Calibri" pitchFamily="34" charset="0"/>
              </a:defRPr>
            </a:lvl1pPr>
          </a:lstStyle>
          <a:p>
            <a:r>
              <a:rPr lang="en-US" dirty="0"/>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atin typeface="Calibri"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endParaRPr lang="en-US" dirty="0"/>
          </a:p>
        </p:txBody>
      </p:sp>
      <p:sp>
        <p:nvSpPr>
          <p:cNvPr id="3" name="Content Placeholder 2"/>
          <p:cNvSpPr>
            <a:spLocks noGrp="1"/>
          </p:cNvSpPr>
          <p:nvPr>
            <p:ph sz="half" idx="1"/>
          </p:nvPr>
        </p:nvSpPr>
        <p:spPr>
          <a:xfrm>
            <a:off x="850901" y="1362075"/>
            <a:ext cx="5162551"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216651" y="1362075"/>
            <a:ext cx="5162549"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Calibri" pitchFamily="34" charset="0"/>
              </a:defRPr>
            </a:lvl1pPr>
          </a:lstStyle>
          <a:p>
            <a:r>
              <a:rPr lang="en-US" dirty="0"/>
              <a:t>Click to edit Master title style</a:t>
            </a:r>
            <a:endParaRPr lang="en-US" dirty="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6" name="Content Placeholder 5"/>
          <p:cNvSpPr>
            <a:spLocks noGrp="1"/>
          </p:cNvSpPr>
          <p:nvPr>
            <p:ph sz="quarter" idx="4"/>
          </p:nvPr>
        </p:nvSpPr>
        <p:spPr>
          <a:xfrm>
            <a:off x="6193368" y="2174875"/>
            <a:ext cx="5389033"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77017" y="445070"/>
            <a:ext cx="10121900" cy="762000"/>
          </a:xfrm>
        </p:spPr>
        <p:txBody>
          <a:bodyPr/>
          <a:lstStyle>
            <a:lvl1pPr>
              <a:defRPr>
                <a:latin typeface="Calibri" pitchFamily="34" charset="0"/>
              </a:defRPr>
            </a:lvl1pPr>
          </a:lstStyle>
          <a:p>
            <a:r>
              <a:rPr lang="en-US" dirty="0"/>
              <a:t>Click to edit Master title style</a:t>
            </a:r>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atin typeface="Calibri" pitchFamily="34" charset="0"/>
              </a:defRPr>
            </a:lvl1pPr>
          </a:lstStyle>
          <a:p>
            <a:r>
              <a:rPr lang="en-US" dirty="0"/>
              <a:t>Click to edit Master title style</a:t>
            </a:r>
            <a:endParaRPr lang="en-US" dirty="0"/>
          </a:p>
        </p:txBody>
      </p:sp>
      <p:sp>
        <p:nvSpPr>
          <p:cNvPr id="3" name="Content Placeholder 2"/>
          <p:cNvSpPr>
            <a:spLocks noGrp="1"/>
          </p:cNvSpPr>
          <p:nvPr>
            <p:ph idx="1"/>
          </p:nvPr>
        </p:nvSpPr>
        <p:spPr>
          <a:xfrm>
            <a:off x="4766733" y="273051"/>
            <a:ext cx="6815667" cy="5853113"/>
          </a:xfrm>
        </p:spPr>
        <p:txBody>
          <a:bodyPr/>
          <a:lstStyle>
            <a:lvl1pPr>
              <a:defRPr sz="3200">
                <a:latin typeface="Calibri" pitchFamily="34" charset="0"/>
              </a:defRPr>
            </a:lvl1pPr>
            <a:lvl2pPr>
              <a:defRPr sz="2800">
                <a:latin typeface="Calibri" pitchFamily="34" charset="0"/>
              </a:defRPr>
            </a:lvl2pPr>
            <a:lvl3pPr>
              <a:defRPr sz="2400">
                <a:latin typeface="Calibri" pitchFamily="34" charset="0"/>
              </a:defRPr>
            </a:lvl3pPr>
            <a:lvl4pPr>
              <a:defRPr sz="2000">
                <a:latin typeface="Calibri" pitchFamily="34" charset="0"/>
              </a:defRPr>
            </a:lvl4pPr>
            <a:lvl5pPr>
              <a:defRPr sz="2000">
                <a:latin typeface="Calibri" pitchFamily="34" charset="0"/>
              </a:defRPr>
            </a:lvl5pPr>
            <a:lvl6pPr>
              <a:defRPr sz="2000"/>
            </a:lvl6pPr>
            <a:lvl7pPr>
              <a:defRPr sz="2000"/>
            </a:lvl7pPr>
            <a:lvl8pPr>
              <a:defRPr sz="2000"/>
            </a:lvl8pPr>
            <a:lvl9pPr>
              <a:defRPr sz="20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atin typeface="Calibri" pitchFamily="34" charset="0"/>
              </a:defRPr>
            </a:lvl1pPr>
          </a:lstStyle>
          <a:p>
            <a:r>
              <a:rPr lang="en-US" dirty="0"/>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atin typeface="Calibri"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endParaRPr 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endParaRPr lang="en-US" dirty="0"/>
          </a:p>
        </p:txBody>
      </p:sp>
      <p:sp>
        <p:nvSpPr>
          <p:cNvPr id="3" name="Vertical Text Placeholder 2"/>
          <p:cNvSpPr>
            <a:spLocks noGrp="1"/>
          </p:cNvSpPr>
          <p:nvPr>
            <p:ph type="body" orient="vert" idx="1"/>
          </p:nvPr>
        </p:nvSpPr>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352" y="228601"/>
            <a:ext cx="2914649" cy="6105525"/>
          </a:xfrm>
        </p:spPr>
        <p:txBody>
          <a:bodyPr vert="eaVert"/>
          <a:lstStyle>
            <a:lvl1pPr>
              <a:defRPr>
                <a:latin typeface="Calibri" pitchFamily="34" charset="0"/>
              </a:defRPr>
            </a:lvl1pPr>
          </a:lstStyle>
          <a:p>
            <a:r>
              <a:rPr lang="en-US" dirty="0"/>
              <a:t>Click to edit Master title style</a:t>
            </a:r>
            <a:endParaRPr lang="en-US" dirty="0"/>
          </a:p>
        </p:txBody>
      </p:sp>
      <p:sp>
        <p:nvSpPr>
          <p:cNvPr id="3" name="Vertical Text Placeholder 2"/>
          <p:cNvSpPr>
            <a:spLocks noGrp="1"/>
          </p:cNvSpPr>
          <p:nvPr>
            <p:ph type="body" orient="vert" idx="1"/>
          </p:nvPr>
        </p:nvSpPr>
        <p:spPr>
          <a:xfrm>
            <a:off x="529167" y="228601"/>
            <a:ext cx="8544984" cy="6105525"/>
          </a:xfrm>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29168" y="228600"/>
            <a:ext cx="11662833" cy="762000"/>
          </a:xfrm>
        </p:spPr>
        <p:txBody>
          <a:bodyPr/>
          <a:lstStyle>
            <a:lvl1pPr>
              <a:defRPr>
                <a:latin typeface="Calibri" pitchFamily="34" charset="0"/>
              </a:defRPr>
            </a:lvl1pPr>
          </a:lstStyle>
          <a:p>
            <a:r>
              <a:rPr lang="en-US" dirty="0"/>
              <a:t>Click to edit Master title style</a:t>
            </a:r>
            <a:endParaRPr lang="en-US" dirty="0"/>
          </a:p>
        </p:txBody>
      </p:sp>
      <p:sp>
        <p:nvSpPr>
          <p:cNvPr id="3" name="Content Placeholder 2"/>
          <p:cNvSpPr>
            <a:spLocks noGrp="1"/>
          </p:cNvSpPr>
          <p:nvPr>
            <p:ph sz="half" idx="1"/>
          </p:nvPr>
        </p:nvSpPr>
        <p:spPr>
          <a:xfrm>
            <a:off x="850901" y="1362075"/>
            <a:ext cx="5162551"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quarter" idx="2"/>
          </p:nvPr>
        </p:nvSpPr>
        <p:spPr>
          <a:xfrm>
            <a:off x="6216651" y="1362076"/>
            <a:ext cx="5162549"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Content Placeholder 4"/>
          <p:cNvSpPr>
            <a:spLocks noGrp="1"/>
          </p:cNvSpPr>
          <p:nvPr>
            <p:ph sz="quarter" idx="3"/>
          </p:nvPr>
        </p:nvSpPr>
        <p:spPr>
          <a:xfrm>
            <a:off x="6216651" y="3924301"/>
            <a:ext cx="5162549"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29168" y="228600"/>
            <a:ext cx="11662833" cy="762000"/>
          </a:xfrm>
        </p:spPr>
        <p:txBody>
          <a:bodyPr/>
          <a:lstStyle>
            <a:lvl1pPr>
              <a:defRPr>
                <a:latin typeface="Calibri" pitchFamily="34" charset="0"/>
              </a:defRPr>
            </a:lvl1pPr>
          </a:lstStyle>
          <a:p>
            <a:r>
              <a:rPr lang="en-US" dirty="0"/>
              <a:t>Click to edit Master title style</a:t>
            </a:r>
            <a:endParaRPr lang="en-US" dirty="0"/>
          </a:p>
        </p:txBody>
      </p:sp>
      <p:sp>
        <p:nvSpPr>
          <p:cNvPr id="3" name="Text Placeholder 2"/>
          <p:cNvSpPr>
            <a:spLocks noGrp="1"/>
          </p:cNvSpPr>
          <p:nvPr>
            <p:ph type="body" sz="half" idx="1"/>
          </p:nvPr>
        </p:nvSpPr>
        <p:spPr>
          <a:xfrm>
            <a:off x="850901" y="1362075"/>
            <a:ext cx="5162551"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216651" y="1362075"/>
            <a:ext cx="5162549"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4" Type="http://schemas.openxmlformats.org/officeDocument/2006/relationships/theme" Target="../theme/theme2.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5.xml"/><Relationship Id="rId8" Type="http://schemas.openxmlformats.org/officeDocument/2006/relationships/slideLayout" Target="../slideLayouts/slideLayout34.xml"/><Relationship Id="rId7" Type="http://schemas.openxmlformats.org/officeDocument/2006/relationships/slideLayout" Target="../slideLayouts/slideLayout33.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 Id="rId3" Type="http://schemas.openxmlformats.org/officeDocument/2006/relationships/slideLayout" Target="../slideLayouts/slideLayout29.xml"/><Relationship Id="rId2" Type="http://schemas.openxmlformats.org/officeDocument/2006/relationships/slideLayout" Target="../slideLayouts/slideLayout28.xml"/><Relationship Id="rId14" Type="http://schemas.openxmlformats.org/officeDocument/2006/relationships/theme" Target="../theme/theme3.xml"/><Relationship Id="rId13" Type="http://schemas.openxmlformats.org/officeDocument/2006/relationships/slideLayout" Target="../slideLayouts/slideLayout39.xml"/><Relationship Id="rId12" Type="http://schemas.openxmlformats.org/officeDocument/2006/relationships/slideLayout" Target="../slideLayouts/slideLayout38.xml"/><Relationship Id="rId11" Type="http://schemas.openxmlformats.org/officeDocument/2006/relationships/slideLayout" Target="../slideLayouts/slideLayout37.xml"/><Relationship Id="rId10" Type="http://schemas.openxmlformats.org/officeDocument/2006/relationships/slideLayout" Target="../slideLayouts/slideLayout36.xml"/><Relationship Id="rId1"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8.xml"/><Relationship Id="rId8" Type="http://schemas.openxmlformats.org/officeDocument/2006/relationships/slideLayout" Target="../slideLayouts/slideLayout47.xml"/><Relationship Id="rId7" Type="http://schemas.openxmlformats.org/officeDocument/2006/relationships/slideLayout" Target="../slideLayouts/slideLayout46.xml"/><Relationship Id="rId6" Type="http://schemas.openxmlformats.org/officeDocument/2006/relationships/slideLayout" Target="../slideLayouts/slideLayout45.xml"/><Relationship Id="rId5" Type="http://schemas.openxmlformats.org/officeDocument/2006/relationships/slideLayout" Target="../slideLayouts/slideLayout44.xml"/><Relationship Id="rId4" Type="http://schemas.openxmlformats.org/officeDocument/2006/relationships/slideLayout" Target="../slideLayouts/slideLayout43.xml"/><Relationship Id="rId3" Type="http://schemas.openxmlformats.org/officeDocument/2006/relationships/slideLayout" Target="../slideLayouts/slideLayout42.xml"/><Relationship Id="rId2" Type="http://schemas.openxmlformats.org/officeDocument/2006/relationships/slideLayout" Target="../slideLayouts/slideLayout41.xml"/><Relationship Id="rId14" Type="http://schemas.openxmlformats.org/officeDocument/2006/relationships/theme" Target="../theme/theme4.xml"/><Relationship Id="rId13" Type="http://schemas.openxmlformats.org/officeDocument/2006/relationships/slideLayout" Target="../slideLayouts/slideLayout52.xml"/><Relationship Id="rId12" Type="http://schemas.openxmlformats.org/officeDocument/2006/relationships/slideLayout" Target="../slideLayouts/slideLayout51.xml"/><Relationship Id="rId11" Type="http://schemas.openxmlformats.org/officeDocument/2006/relationships/slideLayout" Target="../slideLayouts/slideLayout50.xml"/><Relationship Id="rId10" Type="http://schemas.openxmlformats.org/officeDocument/2006/relationships/slideLayout" Target="../slideLayouts/slideLayout49.xml"/><Relationship Id="rId1"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498787" y="371182"/>
            <a:ext cx="10121900" cy="762000"/>
          </a:xfrm>
          <a:prstGeom prst="rect">
            <a:avLst/>
          </a:prstGeom>
          <a:noFill/>
          <a:ln w="9525">
            <a:noFill/>
            <a:miter lim="800000"/>
          </a:ln>
        </p:spPr>
        <p:txBody>
          <a:bodyPr vert="horz" wrap="square" lIns="91440" tIns="45720" rIns="91440" bIns="45720" numCol="1" anchor="ctr" anchorCtr="0" compatLnSpc="1"/>
          <a:lstStyle/>
          <a:p>
            <a:pPr lvl="0"/>
            <a:r>
              <a:rPr lang="en-US" dirty="0"/>
              <a:t>Click to edit Master title style</a:t>
            </a:r>
            <a:endParaRPr lang="en-US" dirty="0"/>
          </a:p>
        </p:txBody>
      </p:sp>
      <p:sp>
        <p:nvSpPr>
          <p:cNvPr id="8195" name="Rectangle 3"/>
          <p:cNvSpPr>
            <a:spLocks noGrp="1" noChangeArrowheads="1"/>
          </p:cNvSpPr>
          <p:nvPr>
            <p:ph type="body" idx="1"/>
          </p:nvPr>
        </p:nvSpPr>
        <p:spPr bwMode="auto">
          <a:xfrm>
            <a:off x="529167" y="1362075"/>
            <a:ext cx="10528300" cy="4972050"/>
          </a:xfrm>
          <a:prstGeom prst="rect">
            <a:avLst/>
          </a:prstGeom>
          <a:noFill/>
          <a:ln w="9525">
            <a:noFill/>
            <a:miter lim="800000"/>
          </a:ln>
        </p:spPr>
        <p:txBody>
          <a:bodyPr vert="horz" wrap="square" lIns="91440" tIns="45720" rIns="91440" bIns="45720" numCol="1" anchor="t" anchorCtr="0" compatLnSpc="1"/>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032" name="Rectangle 8"/>
          <p:cNvSpPr>
            <a:spLocks noChangeArrowheads="1"/>
          </p:cNvSpPr>
          <p:nvPr/>
        </p:nvSpPr>
        <p:spPr bwMode="auto">
          <a:xfrm>
            <a:off x="0" y="0"/>
            <a:ext cx="12192000" cy="228600"/>
          </a:xfrm>
          <a:prstGeom prst="rect">
            <a:avLst/>
          </a:prstGeom>
          <a:solidFill>
            <a:srgbClr val="990000"/>
          </a:solidFill>
          <a:ln w="9525">
            <a:noFill/>
            <a:miter lim="800000"/>
          </a:ln>
          <a:effectLst/>
        </p:spPr>
        <p:txBody>
          <a:bodyPr wrap="none" anchor="ctr"/>
          <a:lstStyle/>
          <a:p>
            <a:pPr algn="ctr">
              <a:defRPr/>
            </a:pPr>
            <a:endParaRPr lang="en-US" sz="2400" b="0">
              <a:latin typeface="Times New Roman" panose="02020603050405020304" pitchFamily="18" charset="0"/>
            </a:endParaRPr>
          </a:p>
        </p:txBody>
      </p:sp>
      <p:sp>
        <p:nvSpPr>
          <p:cNvPr id="7" name="Text Box 5"/>
          <p:cNvSpPr txBox="1">
            <a:spLocks noChangeArrowheads="1"/>
          </p:cNvSpPr>
          <p:nvPr/>
        </p:nvSpPr>
        <p:spPr bwMode="auto">
          <a:xfrm>
            <a:off x="10530418" y="-26987"/>
            <a:ext cx="1746249" cy="277813"/>
          </a:xfrm>
          <a:prstGeom prst="rect">
            <a:avLst/>
          </a:prstGeom>
          <a:noFill/>
          <a:ln w="25400">
            <a:noFill/>
            <a:miter lim="800000"/>
          </a:ln>
          <a:effectLst/>
        </p:spPr>
        <p:txBody>
          <a:bodyPr>
            <a:spAutoFit/>
          </a:bodyPr>
          <a:lstStyle/>
          <a:p>
            <a:pPr>
              <a:defRPr/>
            </a:pPr>
            <a:r>
              <a:rPr lang="en-US" sz="1200" dirty="0">
                <a:solidFill>
                  <a:schemeClr val="bg1"/>
                </a:solidFill>
                <a:latin typeface="Times New Roman" panose="02020603050405020304" pitchFamily="18" charset="0"/>
              </a:rPr>
              <a:t>Carnegie Mellon</a:t>
            </a:r>
            <a:endParaRPr lang="en-US" sz="1200" dirty="0">
              <a:solidFill>
                <a:schemeClr val="bg1"/>
              </a:solidFill>
              <a:latin typeface="Times New Roman" panose="02020603050405020304" pitchFamily="18" charset="0"/>
            </a:endParaRPr>
          </a:p>
        </p:txBody>
      </p:sp>
      <p:sp>
        <p:nvSpPr>
          <p:cNvPr id="6" name="Rectangle 5"/>
          <p:cNvSpPr/>
          <p:nvPr userDrawn="1"/>
        </p:nvSpPr>
        <p:spPr>
          <a:xfrm>
            <a:off x="11774458" y="6611780"/>
            <a:ext cx="338554" cy="246221"/>
          </a:xfrm>
          <a:prstGeom prst="rect">
            <a:avLst/>
          </a:prstGeom>
        </p:spPr>
        <p:txBody>
          <a:bodyPr wrap="none">
            <a:spAutoFit/>
          </a:bodyPr>
          <a:lstStyle/>
          <a:p>
            <a:fld id="{F5551B27-49BC-4291-80C6-707CDCF1D651}" type="slidenum">
              <a:rPr kumimoji="0" lang="en-US" sz="1000" b="1" i="0" u="none" strike="noStrike" kern="1200" cap="none" spc="0" normalizeH="0" baseline="0" noProof="0" smtClean="0">
                <a:ln>
                  <a:noFill/>
                </a:ln>
                <a:solidFill>
                  <a:srgbClr val="000000"/>
                </a:solidFill>
                <a:effectLst/>
                <a:uLnTx/>
                <a:uFillTx/>
                <a:latin typeface="+mj-lt"/>
                <a:ea typeface="MS PGothic" pitchFamily="-96" charset="-128"/>
                <a:cs typeface="MS PGothic" pitchFamily="-96" charset="-128"/>
              </a:rPr>
            </a:fld>
            <a:endParaRPr lang="en-US" sz="2400" dirty="0">
              <a:latin typeface="+mj-lt"/>
            </a:endParaRPr>
          </a:p>
        </p:txBody>
      </p:sp>
      <p:sp>
        <p:nvSpPr>
          <p:cNvPr id="8" name="TextBox 7"/>
          <p:cNvSpPr txBox="1"/>
          <p:nvPr userDrawn="1"/>
        </p:nvSpPr>
        <p:spPr>
          <a:xfrm>
            <a:off x="-21375" y="6629401"/>
            <a:ext cx="4645824" cy="246221"/>
          </a:xfrm>
          <a:prstGeom prst="rect">
            <a:avLst/>
          </a:prstGeom>
          <a:noFill/>
        </p:spPr>
        <p:txBody>
          <a:bodyPr wrap="none" rtlCol="0">
            <a:spAutoFit/>
          </a:bodyPr>
          <a:lstStyle/>
          <a:p>
            <a:r>
              <a:rPr lang="en-US" sz="1000" b="0" i="0" dirty="0">
                <a:latin typeface="Calibri" pitchFamily="34" charset="0"/>
              </a:rPr>
              <a:t>Bryant</a:t>
            </a:r>
            <a:r>
              <a:rPr lang="en-US" sz="1000" b="0" i="0" baseline="0" dirty="0">
                <a:latin typeface="Calibri" pitchFamily="34" charset="0"/>
              </a:rPr>
              <a:t> and </a:t>
            </a:r>
            <a:r>
              <a:rPr lang="en-US" sz="1000" b="0" i="0" baseline="0" dirty="0" err="1">
                <a:latin typeface="Calibri" pitchFamily="34" charset="0"/>
              </a:rPr>
              <a:t>O’Hallaron</a:t>
            </a:r>
            <a:r>
              <a:rPr lang="en-US" sz="1000" b="0" i="0" baseline="0" dirty="0">
                <a:latin typeface="Calibri" pitchFamily="34" charset="0"/>
              </a:rPr>
              <a:t>, Computer Systems: A Programmer’s Perspective, Third Edition</a:t>
            </a:r>
            <a:endParaRPr lang="en-US" sz="1000" b="0" i="0" dirty="0">
              <a:latin typeface="Calibri"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marL="119380" indent="-119380" algn="l" rtl="0" eaLnBrk="1" fontAlgn="base" hangingPunct="1">
        <a:spcBef>
          <a:spcPct val="0"/>
        </a:spcBef>
        <a:spcAft>
          <a:spcPct val="0"/>
        </a:spcAft>
        <a:defRPr sz="3600" b="1">
          <a:solidFill>
            <a:schemeClr val="tx1"/>
          </a:solidFill>
          <a:latin typeface="Calibri" pitchFamily="34" charset="0"/>
          <a:ea typeface="+mj-ea"/>
          <a:cs typeface="+mj-cs"/>
        </a:defRPr>
      </a:lvl1pPr>
      <a:lvl2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5pPr>
      <a:lvl6pPr marL="576580" algn="l" rtl="0" eaLnBrk="1" fontAlgn="base" hangingPunct="1">
        <a:spcBef>
          <a:spcPct val="0"/>
        </a:spcBef>
        <a:spcAft>
          <a:spcPct val="0"/>
        </a:spcAft>
        <a:defRPr sz="3600" b="1">
          <a:solidFill>
            <a:schemeClr val="tx1"/>
          </a:solidFill>
          <a:latin typeface="Arial Narrow" panose="020B0706020202030204" pitchFamily="34" charset="0"/>
        </a:defRPr>
      </a:lvl6pPr>
      <a:lvl7pPr marL="1033780" algn="l" rtl="0" eaLnBrk="1" fontAlgn="base" hangingPunct="1">
        <a:spcBef>
          <a:spcPct val="0"/>
        </a:spcBef>
        <a:spcAft>
          <a:spcPct val="0"/>
        </a:spcAft>
        <a:defRPr sz="3600" b="1">
          <a:solidFill>
            <a:schemeClr val="tx1"/>
          </a:solidFill>
          <a:latin typeface="Arial Narrow" panose="020B0706020202030204" pitchFamily="34" charset="0"/>
        </a:defRPr>
      </a:lvl7pPr>
      <a:lvl8pPr marL="1490980" algn="l" rtl="0" eaLnBrk="1" fontAlgn="base" hangingPunct="1">
        <a:spcBef>
          <a:spcPct val="0"/>
        </a:spcBef>
        <a:spcAft>
          <a:spcPct val="0"/>
        </a:spcAft>
        <a:defRPr sz="3600" b="1">
          <a:solidFill>
            <a:schemeClr val="tx1"/>
          </a:solidFill>
          <a:latin typeface="Arial Narrow" panose="020B0706020202030204" pitchFamily="34" charset="0"/>
        </a:defRPr>
      </a:lvl8pPr>
      <a:lvl9pPr marL="1948180" algn="l" rtl="0" eaLnBrk="1" fontAlgn="base" hangingPunct="1">
        <a:spcBef>
          <a:spcPct val="0"/>
        </a:spcBef>
        <a:spcAft>
          <a:spcPct val="0"/>
        </a:spcAft>
        <a:defRPr sz="3600" b="1">
          <a:solidFill>
            <a:schemeClr val="tx1"/>
          </a:solidFill>
          <a:latin typeface="Arial Narrow" panose="020B0706020202030204" pitchFamily="34" charset="0"/>
        </a:defRPr>
      </a:lvl9pPr>
    </p:titleStyle>
    <p:body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7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7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7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7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498787" y="371182"/>
            <a:ext cx="10121900" cy="762000"/>
          </a:xfrm>
          <a:prstGeom prst="rect">
            <a:avLst/>
          </a:prstGeom>
          <a:noFill/>
          <a:ln w="9525">
            <a:noFill/>
            <a:miter lim="800000"/>
          </a:ln>
        </p:spPr>
        <p:txBody>
          <a:bodyPr vert="horz" wrap="square" lIns="91440" tIns="45720" rIns="91440" bIns="45720" numCol="1" anchor="ctr" anchorCtr="0" compatLnSpc="1"/>
          <a:lstStyle/>
          <a:p>
            <a:pPr lvl="0"/>
            <a:r>
              <a:rPr lang="en-US" dirty="0"/>
              <a:t>Click to edit Master title style</a:t>
            </a:r>
            <a:endParaRPr lang="en-US" dirty="0"/>
          </a:p>
        </p:txBody>
      </p:sp>
      <p:sp>
        <p:nvSpPr>
          <p:cNvPr id="8195" name="Rectangle 3"/>
          <p:cNvSpPr>
            <a:spLocks noGrp="1" noChangeArrowheads="1"/>
          </p:cNvSpPr>
          <p:nvPr>
            <p:ph type="body" idx="1"/>
          </p:nvPr>
        </p:nvSpPr>
        <p:spPr bwMode="auto">
          <a:xfrm>
            <a:off x="529167" y="1362075"/>
            <a:ext cx="10528300" cy="4972050"/>
          </a:xfrm>
          <a:prstGeom prst="rect">
            <a:avLst/>
          </a:prstGeom>
          <a:noFill/>
          <a:ln w="9525">
            <a:noFill/>
            <a:miter lim="800000"/>
          </a:ln>
        </p:spPr>
        <p:txBody>
          <a:bodyPr vert="horz" wrap="square" lIns="91440" tIns="45720" rIns="91440" bIns="45720" numCol="1" anchor="t" anchorCtr="0" compatLnSpc="1"/>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032" name="Rectangle 8"/>
          <p:cNvSpPr>
            <a:spLocks noChangeArrowheads="1"/>
          </p:cNvSpPr>
          <p:nvPr/>
        </p:nvSpPr>
        <p:spPr bwMode="auto">
          <a:xfrm>
            <a:off x="0" y="0"/>
            <a:ext cx="12192000" cy="228600"/>
          </a:xfrm>
          <a:prstGeom prst="rect">
            <a:avLst/>
          </a:prstGeom>
          <a:solidFill>
            <a:srgbClr val="990000"/>
          </a:solidFill>
          <a:ln w="9525">
            <a:noFill/>
            <a:miter lim="800000"/>
          </a:ln>
          <a:effectLst/>
        </p:spPr>
        <p:txBody>
          <a:bodyPr wrap="none" anchor="ctr"/>
          <a:lstStyle/>
          <a:p>
            <a:pPr algn="ctr">
              <a:defRPr/>
            </a:pPr>
            <a:endParaRPr lang="en-US" sz="2400" b="0">
              <a:latin typeface="Times New Roman" panose="02020603050405020304" pitchFamily="18" charset="0"/>
            </a:endParaRPr>
          </a:p>
        </p:txBody>
      </p:sp>
      <p:sp>
        <p:nvSpPr>
          <p:cNvPr id="7" name="Text Box 5"/>
          <p:cNvSpPr txBox="1">
            <a:spLocks noChangeArrowheads="1"/>
          </p:cNvSpPr>
          <p:nvPr/>
        </p:nvSpPr>
        <p:spPr bwMode="auto">
          <a:xfrm>
            <a:off x="10530418" y="-26987"/>
            <a:ext cx="1746249" cy="277813"/>
          </a:xfrm>
          <a:prstGeom prst="rect">
            <a:avLst/>
          </a:prstGeom>
          <a:noFill/>
          <a:ln w="25400">
            <a:noFill/>
            <a:miter lim="800000"/>
          </a:ln>
          <a:effectLst/>
        </p:spPr>
        <p:txBody>
          <a:bodyPr>
            <a:spAutoFit/>
          </a:bodyPr>
          <a:lstStyle/>
          <a:p>
            <a:pPr>
              <a:defRPr/>
            </a:pPr>
            <a:r>
              <a:rPr lang="en-US" sz="1200" dirty="0">
                <a:solidFill>
                  <a:schemeClr val="bg1"/>
                </a:solidFill>
                <a:latin typeface="Times New Roman" panose="02020603050405020304" pitchFamily="18" charset="0"/>
              </a:rPr>
              <a:t>Carnegie Mellon</a:t>
            </a:r>
            <a:endParaRPr lang="en-US" sz="1200" dirty="0">
              <a:solidFill>
                <a:schemeClr val="bg1"/>
              </a:solidFill>
              <a:latin typeface="Times New Roman" panose="02020603050405020304" pitchFamily="18" charset="0"/>
            </a:endParaRPr>
          </a:p>
        </p:txBody>
      </p:sp>
      <p:sp>
        <p:nvSpPr>
          <p:cNvPr id="6" name="Rectangle 5"/>
          <p:cNvSpPr/>
          <p:nvPr userDrawn="1"/>
        </p:nvSpPr>
        <p:spPr>
          <a:xfrm>
            <a:off x="11774458" y="6611780"/>
            <a:ext cx="312906" cy="246221"/>
          </a:xfrm>
          <a:prstGeom prst="rect">
            <a:avLst/>
          </a:prstGeom>
        </p:spPr>
        <p:txBody>
          <a:bodyPr wrap="none">
            <a:spAutoFit/>
          </a:bodyPr>
          <a:lstStyle/>
          <a:p>
            <a:fld id="{F5551B27-49BC-4291-80C6-707CDCF1D651}" type="slidenum">
              <a:rPr kumimoji="0" lang="en-US" sz="1000" b="1" i="0" u="none" strike="noStrike" kern="1200" cap="none" spc="0" normalizeH="0" baseline="0" noProof="0" smtClean="0">
                <a:ln>
                  <a:noFill/>
                </a:ln>
                <a:solidFill>
                  <a:srgbClr val="000000"/>
                </a:solidFill>
                <a:effectLst/>
                <a:uLnTx/>
                <a:uFillTx/>
                <a:latin typeface="Arial Narrow" panose="020B0706020202030204" pitchFamily="34" charset="0"/>
                <a:ea typeface="MS PGothic" pitchFamily="-96" charset="-128"/>
                <a:cs typeface="MS PGothic" pitchFamily="-96" charset="-128"/>
              </a:rPr>
            </a:fld>
            <a:endParaRPr lang="en-US" sz="2400" dirty="0"/>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marL="119380" indent="-119380" algn="l" rtl="0" eaLnBrk="1" fontAlgn="base" hangingPunct="1">
        <a:spcBef>
          <a:spcPct val="0"/>
        </a:spcBef>
        <a:spcAft>
          <a:spcPct val="0"/>
        </a:spcAft>
        <a:defRPr sz="3600" b="1">
          <a:solidFill>
            <a:schemeClr val="tx1"/>
          </a:solidFill>
          <a:latin typeface="Calibri" pitchFamily="34" charset="0"/>
          <a:ea typeface="+mj-ea"/>
          <a:cs typeface="+mj-cs"/>
        </a:defRPr>
      </a:lvl1pPr>
      <a:lvl2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5pPr>
      <a:lvl6pPr marL="576580" algn="l" rtl="0" eaLnBrk="1" fontAlgn="base" hangingPunct="1">
        <a:spcBef>
          <a:spcPct val="0"/>
        </a:spcBef>
        <a:spcAft>
          <a:spcPct val="0"/>
        </a:spcAft>
        <a:defRPr sz="3600" b="1">
          <a:solidFill>
            <a:schemeClr val="tx1"/>
          </a:solidFill>
          <a:latin typeface="Arial Narrow" panose="020B0706020202030204" pitchFamily="34" charset="0"/>
        </a:defRPr>
      </a:lvl6pPr>
      <a:lvl7pPr marL="1033780" algn="l" rtl="0" eaLnBrk="1" fontAlgn="base" hangingPunct="1">
        <a:spcBef>
          <a:spcPct val="0"/>
        </a:spcBef>
        <a:spcAft>
          <a:spcPct val="0"/>
        </a:spcAft>
        <a:defRPr sz="3600" b="1">
          <a:solidFill>
            <a:schemeClr val="tx1"/>
          </a:solidFill>
          <a:latin typeface="Arial Narrow" panose="020B0706020202030204" pitchFamily="34" charset="0"/>
        </a:defRPr>
      </a:lvl7pPr>
      <a:lvl8pPr marL="1490980" algn="l" rtl="0" eaLnBrk="1" fontAlgn="base" hangingPunct="1">
        <a:spcBef>
          <a:spcPct val="0"/>
        </a:spcBef>
        <a:spcAft>
          <a:spcPct val="0"/>
        </a:spcAft>
        <a:defRPr sz="3600" b="1">
          <a:solidFill>
            <a:schemeClr val="tx1"/>
          </a:solidFill>
          <a:latin typeface="Arial Narrow" panose="020B0706020202030204" pitchFamily="34" charset="0"/>
        </a:defRPr>
      </a:lvl8pPr>
      <a:lvl9pPr marL="1948180" algn="l" rtl="0" eaLnBrk="1" fontAlgn="base" hangingPunct="1">
        <a:spcBef>
          <a:spcPct val="0"/>
        </a:spcBef>
        <a:spcAft>
          <a:spcPct val="0"/>
        </a:spcAft>
        <a:defRPr sz="3600" b="1">
          <a:solidFill>
            <a:schemeClr val="tx1"/>
          </a:solidFill>
          <a:latin typeface="Arial Narrow" panose="020B0706020202030204" pitchFamily="34" charset="0"/>
        </a:defRPr>
      </a:lvl9pPr>
    </p:titleStyle>
    <p:body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7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7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7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7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498787" y="371182"/>
            <a:ext cx="10121900" cy="762000"/>
          </a:xfrm>
          <a:prstGeom prst="rect">
            <a:avLst/>
          </a:prstGeom>
          <a:noFill/>
          <a:ln w="9525">
            <a:noFill/>
            <a:miter lim="800000"/>
          </a:ln>
        </p:spPr>
        <p:txBody>
          <a:bodyPr vert="horz" wrap="square" lIns="91440" tIns="45720" rIns="91440" bIns="45720" numCol="1" anchor="ctr" anchorCtr="0" compatLnSpc="1"/>
          <a:lstStyle/>
          <a:p>
            <a:pPr lvl="0"/>
            <a:r>
              <a:rPr lang="en-US" dirty="0"/>
              <a:t>Click to edit Master title style</a:t>
            </a:r>
            <a:endParaRPr lang="en-US" dirty="0"/>
          </a:p>
        </p:txBody>
      </p:sp>
      <p:sp>
        <p:nvSpPr>
          <p:cNvPr id="8195" name="Rectangle 3"/>
          <p:cNvSpPr>
            <a:spLocks noGrp="1" noChangeArrowheads="1"/>
          </p:cNvSpPr>
          <p:nvPr>
            <p:ph type="body" idx="1"/>
          </p:nvPr>
        </p:nvSpPr>
        <p:spPr bwMode="auto">
          <a:xfrm>
            <a:off x="529167" y="1362075"/>
            <a:ext cx="10528300" cy="4972050"/>
          </a:xfrm>
          <a:prstGeom prst="rect">
            <a:avLst/>
          </a:prstGeom>
          <a:noFill/>
          <a:ln w="9525">
            <a:noFill/>
            <a:miter lim="800000"/>
          </a:ln>
        </p:spPr>
        <p:txBody>
          <a:bodyPr vert="horz" wrap="square" lIns="91440" tIns="45720" rIns="91440" bIns="45720" numCol="1" anchor="t" anchorCtr="0" compatLnSpc="1"/>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032" name="Rectangle 8"/>
          <p:cNvSpPr>
            <a:spLocks noChangeArrowheads="1"/>
          </p:cNvSpPr>
          <p:nvPr/>
        </p:nvSpPr>
        <p:spPr bwMode="auto">
          <a:xfrm>
            <a:off x="0" y="0"/>
            <a:ext cx="12192000" cy="228600"/>
          </a:xfrm>
          <a:prstGeom prst="rect">
            <a:avLst/>
          </a:prstGeom>
          <a:solidFill>
            <a:srgbClr val="990000"/>
          </a:solidFill>
          <a:ln w="9525">
            <a:noFill/>
            <a:miter lim="800000"/>
          </a:ln>
          <a:effectLst/>
        </p:spPr>
        <p:txBody>
          <a:bodyPr wrap="none" anchor="ctr"/>
          <a:lstStyle/>
          <a:p>
            <a:pPr algn="ctr">
              <a:defRPr/>
            </a:pPr>
            <a:endParaRPr lang="en-US" sz="2400" b="0">
              <a:latin typeface="Times New Roman" panose="02020603050405020304" pitchFamily="18" charset="0"/>
            </a:endParaRPr>
          </a:p>
        </p:txBody>
      </p:sp>
      <p:sp>
        <p:nvSpPr>
          <p:cNvPr id="7" name="Text Box 5"/>
          <p:cNvSpPr txBox="1">
            <a:spLocks noChangeArrowheads="1"/>
          </p:cNvSpPr>
          <p:nvPr/>
        </p:nvSpPr>
        <p:spPr bwMode="auto">
          <a:xfrm>
            <a:off x="10530418" y="-26987"/>
            <a:ext cx="1746249" cy="277813"/>
          </a:xfrm>
          <a:prstGeom prst="rect">
            <a:avLst/>
          </a:prstGeom>
          <a:noFill/>
          <a:ln w="25400">
            <a:noFill/>
            <a:miter lim="800000"/>
          </a:ln>
          <a:effectLst/>
        </p:spPr>
        <p:txBody>
          <a:bodyPr>
            <a:spAutoFit/>
          </a:bodyPr>
          <a:lstStyle/>
          <a:p>
            <a:pPr>
              <a:defRPr/>
            </a:pPr>
            <a:r>
              <a:rPr lang="en-US" sz="1200" dirty="0">
                <a:solidFill>
                  <a:schemeClr val="bg1"/>
                </a:solidFill>
                <a:latin typeface="Times New Roman" panose="02020603050405020304" pitchFamily="18" charset="0"/>
              </a:rPr>
              <a:t>Carnegie Mellon</a:t>
            </a:r>
            <a:endParaRPr lang="en-US" sz="1200" dirty="0">
              <a:solidFill>
                <a:schemeClr val="bg1"/>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p:txStyles>
    <p:titleStyle>
      <a:lvl1pPr marL="119380" indent="-119380" algn="l" rtl="0" eaLnBrk="1" fontAlgn="base" hangingPunct="1">
        <a:spcBef>
          <a:spcPct val="0"/>
        </a:spcBef>
        <a:spcAft>
          <a:spcPct val="0"/>
        </a:spcAft>
        <a:defRPr sz="3600" b="1">
          <a:solidFill>
            <a:schemeClr val="tx1"/>
          </a:solidFill>
          <a:latin typeface="Calibri" pitchFamily="34" charset="0"/>
          <a:ea typeface="+mj-ea"/>
          <a:cs typeface="+mj-cs"/>
        </a:defRPr>
      </a:lvl1pPr>
      <a:lvl2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5pPr>
      <a:lvl6pPr marL="576580" algn="l" rtl="0" eaLnBrk="1" fontAlgn="base" hangingPunct="1">
        <a:spcBef>
          <a:spcPct val="0"/>
        </a:spcBef>
        <a:spcAft>
          <a:spcPct val="0"/>
        </a:spcAft>
        <a:defRPr sz="3600" b="1">
          <a:solidFill>
            <a:schemeClr val="tx1"/>
          </a:solidFill>
          <a:latin typeface="Arial Narrow" panose="020B0706020202030204" pitchFamily="34" charset="0"/>
        </a:defRPr>
      </a:lvl6pPr>
      <a:lvl7pPr marL="1033780" algn="l" rtl="0" eaLnBrk="1" fontAlgn="base" hangingPunct="1">
        <a:spcBef>
          <a:spcPct val="0"/>
        </a:spcBef>
        <a:spcAft>
          <a:spcPct val="0"/>
        </a:spcAft>
        <a:defRPr sz="3600" b="1">
          <a:solidFill>
            <a:schemeClr val="tx1"/>
          </a:solidFill>
          <a:latin typeface="Arial Narrow" panose="020B0706020202030204" pitchFamily="34" charset="0"/>
        </a:defRPr>
      </a:lvl7pPr>
      <a:lvl8pPr marL="1490980" algn="l" rtl="0" eaLnBrk="1" fontAlgn="base" hangingPunct="1">
        <a:spcBef>
          <a:spcPct val="0"/>
        </a:spcBef>
        <a:spcAft>
          <a:spcPct val="0"/>
        </a:spcAft>
        <a:defRPr sz="3600" b="1">
          <a:solidFill>
            <a:schemeClr val="tx1"/>
          </a:solidFill>
          <a:latin typeface="Arial Narrow" panose="020B0706020202030204" pitchFamily="34" charset="0"/>
        </a:defRPr>
      </a:lvl8pPr>
      <a:lvl9pPr marL="1948180" algn="l" rtl="0" eaLnBrk="1" fontAlgn="base" hangingPunct="1">
        <a:spcBef>
          <a:spcPct val="0"/>
        </a:spcBef>
        <a:spcAft>
          <a:spcPct val="0"/>
        </a:spcAft>
        <a:defRPr sz="3600" b="1">
          <a:solidFill>
            <a:schemeClr val="tx1"/>
          </a:solidFill>
          <a:latin typeface="Arial Narrow" panose="020B0706020202030204" pitchFamily="34" charset="0"/>
        </a:defRPr>
      </a:lvl9pPr>
    </p:titleStyle>
    <p:body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7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7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7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7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498787" y="371182"/>
            <a:ext cx="10121900" cy="762000"/>
          </a:xfrm>
          <a:prstGeom prst="rect">
            <a:avLst/>
          </a:prstGeom>
          <a:noFill/>
          <a:ln w="9525">
            <a:noFill/>
            <a:miter lim="800000"/>
          </a:ln>
        </p:spPr>
        <p:txBody>
          <a:bodyPr vert="horz" wrap="square" lIns="91440" tIns="45720" rIns="91440" bIns="45720" numCol="1" anchor="ctr" anchorCtr="0" compatLnSpc="1"/>
          <a:lstStyle/>
          <a:p>
            <a:pPr lvl="0"/>
            <a:r>
              <a:rPr lang="en-US" dirty="0"/>
              <a:t>Click to edit Master title style</a:t>
            </a:r>
            <a:endParaRPr lang="en-US" dirty="0"/>
          </a:p>
        </p:txBody>
      </p:sp>
      <p:sp>
        <p:nvSpPr>
          <p:cNvPr id="8195" name="Rectangle 3"/>
          <p:cNvSpPr>
            <a:spLocks noGrp="1" noChangeArrowheads="1"/>
          </p:cNvSpPr>
          <p:nvPr>
            <p:ph type="body" idx="1"/>
          </p:nvPr>
        </p:nvSpPr>
        <p:spPr bwMode="auto">
          <a:xfrm>
            <a:off x="529167" y="1362075"/>
            <a:ext cx="10528300" cy="4972050"/>
          </a:xfrm>
          <a:prstGeom prst="rect">
            <a:avLst/>
          </a:prstGeom>
          <a:noFill/>
          <a:ln w="9525">
            <a:noFill/>
            <a:miter lim="800000"/>
          </a:ln>
        </p:spPr>
        <p:txBody>
          <a:bodyPr vert="horz" wrap="square" lIns="91440" tIns="45720" rIns="91440" bIns="45720" numCol="1" anchor="t" anchorCtr="0" compatLnSpc="1"/>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032" name="Rectangle 8"/>
          <p:cNvSpPr>
            <a:spLocks noChangeArrowheads="1"/>
          </p:cNvSpPr>
          <p:nvPr/>
        </p:nvSpPr>
        <p:spPr bwMode="auto">
          <a:xfrm>
            <a:off x="0" y="0"/>
            <a:ext cx="12192000" cy="228600"/>
          </a:xfrm>
          <a:prstGeom prst="rect">
            <a:avLst/>
          </a:prstGeom>
          <a:solidFill>
            <a:srgbClr val="990000"/>
          </a:solidFill>
          <a:ln w="9525">
            <a:noFill/>
            <a:miter lim="800000"/>
          </a:ln>
          <a:effectLst/>
        </p:spPr>
        <p:txBody>
          <a:bodyPr wrap="none" anchor="ctr"/>
          <a:lstStyle/>
          <a:p>
            <a:pPr algn="ctr">
              <a:defRPr/>
            </a:pPr>
            <a:endParaRPr lang="en-US" sz="2400" b="0">
              <a:latin typeface="Times New Roman" panose="02020603050405020304" pitchFamily="18" charset="0"/>
            </a:endParaRPr>
          </a:p>
        </p:txBody>
      </p:sp>
      <p:sp>
        <p:nvSpPr>
          <p:cNvPr id="7" name="Text Box 5"/>
          <p:cNvSpPr txBox="1">
            <a:spLocks noChangeArrowheads="1"/>
          </p:cNvSpPr>
          <p:nvPr/>
        </p:nvSpPr>
        <p:spPr bwMode="auto">
          <a:xfrm>
            <a:off x="10530418" y="-26987"/>
            <a:ext cx="1746249" cy="277813"/>
          </a:xfrm>
          <a:prstGeom prst="rect">
            <a:avLst/>
          </a:prstGeom>
          <a:noFill/>
          <a:ln w="25400">
            <a:noFill/>
            <a:miter lim="800000"/>
          </a:ln>
          <a:effectLst/>
        </p:spPr>
        <p:txBody>
          <a:bodyPr>
            <a:spAutoFit/>
          </a:bodyPr>
          <a:lstStyle/>
          <a:p>
            <a:pPr>
              <a:defRPr/>
            </a:pPr>
            <a:r>
              <a:rPr lang="en-US" sz="1200" dirty="0">
                <a:solidFill>
                  <a:schemeClr val="bg1"/>
                </a:solidFill>
                <a:latin typeface="Times New Roman" panose="02020603050405020304" pitchFamily="18" charset="0"/>
              </a:rPr>
              <a:t>Carnegie Mellon</a:t>
            </a:r>
            <a:endParaRPr lang="en-US" sz="1200" dirty="0">
              <a:solidFill>
                <a:schemeClr val="bg1"/>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txStyles>
    <p:titleStyle>
      <a:lvl1pPr marL="119380" indent="-119380" algn="l" rtl="0" eaLnBrk="1" fontAlgn="base" hangingPunct="1">
        <a:spcBef>
          <a:spcPct val="0"/>
        </a:spcBef>
        <a:spcAft>
          <a:spcPct val="0"/>
        </a:spcAft>
        <a:defRPr sz="3600" b="1">
          <a:solidFill>
            <a:schemeClr val="tx1"/>
          </a:solidFill>
          <a:latin typeface="Calibri" pitchFamily="34" charset="0"/>
          <a:ea typeface="+mj-ea"/>
          <a:cs typeface="+mj-cs"/>
        </a:defRPr>
      </a:lvl1pPr>
      <a:lvl2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706020202030204" pitchFamily="34" charset="0"/>
        </a:defRPr>
      </a:lvl5pPr>
      <a:lvl6pPr marL="576580" algn="l" rtl="0" eaLnBrk="1" fontAlgn="base" hangingPunct="1">
        <a:spcBef>
          <a:spcPct val="0"/>
        </a:spcBef>
        <a:spcAft>
          <a:spcPct val="0"/>
        </a:spcAft>
        <a:defRPr sz="3600" b="1">
          <a:solidFill>
            <a:schemeClr val="tx1"/>
          </a:solidFill>
          <a:latin typeface="Arial Narrow" panose="020B0706020202030204" pitchFamily="34" charset="0"/>
        </a:defRPr>
      </a:lvl6pPr>
      <a:lvl7pPr marL="1033780" algn="l" rtl="0" eaLnBrk="1" fontAlgn="base" hangingPunct="1">
        <a:spcBef>
          <a:spcPct val="0"/>
        </a:spcBef>
        <a:spcAft>
          <a:spcPct val="0"/>
        </a:spcAft>
        <a:defRPr sz="3600" b="1">
          <a:solidFill>
            <a:schemeClr val="tx1"/>
          </a:solidFill>
          <a:latin typeface="Arial Narrow" panose="020B0706020202030204" pitchFamily="34" charset="0"/>
        </a:defRPr>
      </a:lvl7pPr>
      <a:lvl8pPr marL="1490980" algn="l" rtl="0" eaLnBrk="1" fontAlgn="base" hangingPunct="1">
        <a:spcBef>
          <a:spcPct val="0"/>
        </a:spcBef>
        <a:spcAft>
          <a:spcPct val="0"/>
        </a:spcAft>
        <a:defRPr sz="3600" b="1">
          <a:solidFill>
            <a:schemeClr val="tx1"/>
          </a:solidFill>
          <a:latin typeface="Arial Narrow" panose="020B0706020202030204" pitchFamily="34" charset="0"/>
        </a:defRPr>
      </a:lvl8pPr>
      <a:lvl9pPr marL="1948180" algn="l" rtl="0" eaLnBrk="1" fontAlgn="base" hangingPunct="1">
        <a:spcBef>
          <a:spcPct val="0"/>
        </a:spcBef>
        <a:spcAft>
          <a:spcPct val="0"/>
        </a:spcAft>
        <a:defRPr sz="3600" b="1">
          <a:solidFill>
            <a:schemeClr val="tx1"/>
          </a:solidFill>
          <a:latin typeface="Arial Narrow" panose="020B0706020202030204" pitchFamily="34" charset="0"/>
        </a:defRPr>
      </a:lvl9pPr>
    </p:titleStyle>
    <p:body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7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7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7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7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ctrTitle"/>
          </p:nvPr>
        </p:nvSpPr>
        <p:spPr>
          <a:xfrm>
            <a:off x="2209800" y="1708150"/>
            <a:ext cx="7772400" cy="1720850"/>
          </a:xfrm>
        </p:spPr>
        <p:txBody>
          <a:bodyPr/>
          <a:lstStyle/>
          <a:p>
            <a:pPr marL="0" indent="0"/>
            <a:r>
              <a:rPr lang="zh-CN" altLang="en-US" dirty="0" smtClean="0"/>
              <a:t>动态内存分配：垃圾回收</a:t>
            </a:r>
            <a:br>
              <a:rPr lang="en-US" dirty="0"/>
            </a:br>
            <a:br>
              <a:rPr lang="en-US" dirty="0"/>
            </a:br>
            <a:r>
              <a:rPr lang="en-US" sz="2000" b="0" dirty="0"/>
              <a:t>15-213/15-513/14-513: Introduction to Computer Systems</a:t>
            </a:r>
            <a:br>
              <a:rPr lang="en-US" sz="2000" b="0" dirty="0"/>
            </a:br>
            <a:r>
              <a:rPr lang="en-US" sz="2000" b="0" dirty="0"/>
              <a:t>14</a:t>
            </a:r>
            <a:r>
              <a:rPr lang="en-US" sz="2000" b="0" baseline="30000" dirty="0"/>
              <a:t>th</a:t>
            </a:r>
            <a:r>
              <a:rPr lang="en-US" sz="2000" b="0" dirty="0"/>
              <a:t> Lecture, Oct 9, 2025</a:t>
            </a:r>
            <a:endParaRPr lang="en-US" sz="2000" b="0" dirty="0"/>
          </a:p>
        </p:txBody>
      </p:sp>
      <p:sp>
        <p:nvSpPr>
          <p:cNvPr id="4" name="TextBox 3"/>
          <p:cNvSpPr txBox="1"/>
          <p:nvPr/>
        </p:nvSpPr>
        <p:spPr>
          <a:xfrm>
            <a:off x="3810000" y="3206237"/>
            <a:ext cx="4615030" cy="461665"/>
          </a:xfrm>
          <a:prstGeom prst="rect">
            <a:avLst/>
          </a:prstGeom>
          <a:noFill/>
        </p:spPr>
        <p:txBody>
          <a:bodyPr wrap="square">
            <a:spAutoFit/>
          </a:bodyPr>
          <a:lstStyle/>
          <a:p>
            <a:endParaRPr lang="en-US"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1"/>
          <p:cNvSpPr>
            <a:spLocks noGrp="1" noChangeArrowheads="1"/>
          </p:cNvSpPr>
          <p:nvPr>
            <p:ph type="title" idx="4294967295"/>
          </p:nvPr>
        </p:nvSpPr>
        <p:spPr>
          <a:xfrm>
            <a:off x="1874838" y="436562"/>
            <a:ext cx="8716962" cy="782638"/>
          </a:xfrm>
        </p:spPr>
        <p:txBody>
          <a:bodyPr/>
          <a:lstStyle/>
          <a:p>
            <a:pPr>
              <a:lnSpc>
                <a:spcPct val="87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dirty="0" smtClean="0"/>
              <a:t>多次释放内存块</a:t>
            </a:r>
            <a:endParaRPr lang="en-GB" dirty="0"/>
          </a:p>
        </p:txBody>
      </p:sp>
      <p:sp>
        <p:nvSpPr>
          <p:cNvPr id="35842" name="Rectangle 2"/>
          <p:cNvSpPr>
            <a:spLocks noGrp="1" noChangeArrowheads="1"/>
          </p:cNvSpPr>
          <p:nvPr>
            <p:ph type="body" idx="1"/>
          </p:nvPr>
        </p:nvSpPr>
        <p:spPr>
          <a:xfrm>
            <a:off x="1886938" y="1252538"/>
            <a:ext cx="8307387" cy="5224462"/>
          </a:xfrm>
        </p:spPr>
        <p:txBody>
          <a:bodyPr/>
          <a:lstStyle/>
          <a:p>
            <a:pPr>
              <a:lnSpc>
                <a:spcPct val="95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zh-CN" altLang="en-US" dirty="0" smtClean="0"/>
              <a:t>令人不快！</a:t>
            </a:r>
            <a:endParaRPr lang="en-GB" dirty="0"/>
          </a:p>
        </p:txBody>
      </p:sp>
      <p:sp>
        <p:nvSpPr>
          <p:cNvPr id="35843" name="Text Box 3"/>
          <p:cNvSpPr txBox="1">
            <a:spLocks noChangeArrowheads="1"/>
          </p:cNvSpPr>
          <p:nvPr/>
        </p:nvSpPr>
        <p:spPr bwMode="auto">
          <a:xfrm>
            <a:off x="2329248" y="1981200"/>
            <a:ext cx="4343400" cy="2228850"/>
          </a:xfrm>
          <a:prstGeom prst="rect">
            <a:avLst/>
          </a:prstGeom>
          <a:solidFill>
            <a:srgbClr val="F6F5BD"/>
          </a:solidFill>
          <a:ln w="3240">
            <a:solidFill>
              <a:schemeClr val="tx1"/>
            </a:solidFill>
            <a:miter lim="800000"/>
          </a:ln>
          <a:effectLst/>
        </p:spPr>
        <p:txBody>
          <a:bodyPr wrap="none" lIns="90000" tIns="46800" rIns="90000" bIns="4680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x = </a:t>
            </a:r>
            <a:r>
              <a:rPr lang="en-GB" sz="2000" dirty="0" err="1">
                <a:latin typeface="Courier New" panose="02070609020205020404" pitchFamily="49" charset="0"/>
                <a:ea typeface="msgothic" charset="0"/>
                <a:cs typeface="msgothic" charset="0"/>
              </a:rPr>
              <a:t>malloc</a:t>
            </a:r>
            <a:r>
              <a:rPr lang="en-GB" sz="2000" dirty="0">
                <a:latin typeface="Courier New" panose="02070609020205020404" pitchFamily="49" charset="0"/>
                <a:ea typeface="msgothic" charset="0"/>
                <a:cs typeface="msgothic" charset="0"/>
              </a:rPr>
              <a:t>(N*</a:t>
            </a:r>
            <a:r>
              <a:rPr lang="en-GB" sz="2000" dirty="0" err="1">
                <a:latin typeface="Courier New" panose="02070609020205020404" pitchFamily="49" charset="0"/>
                <a:ea typeface="msgothic" charset="0"/>
                <a:cs typeface="msgothic" charset="0"/>
              </a:rPr>
              <a:t>sizeof</a:t>
            </a:r>
            <a:r>
              <a:rPr lang="en-GB" sz="2000" dirty="0">
                <a:latin typeface="Courier New" panose="02070609020205020404" pitchFamily="49" charset="0"/>
                <a:ea typeface="msgothic" charset="0"/>
                <a:cs typeface="msgothic" charset="0"/>
              </a:rPr>
              <a:t>(</a:t>
            </a:r>
            <a:r>
              <a:rPr lang="en-GB" sz="2000" dirty="0" err="1">
                <a:latin typeface="Courier New" panose="02070609020205020404" pitchFamily="49" charset="0"/>
                <a:ea typeface="msgothic" charset="0"/>
                <a:cs typeface="msgothic" charset="0"/>
              </a:rPr>
              <a:t>int</a:t>
            </a:r>
            <a:r>
              <a:rPr lang="en-GB" sz="2000" dirty="0">
                <a:latin typeface="Courier New" panose="02070609020205020404" pitchFamily="49" charset="0"/>
                <a:ea typeface="msgothic" charset="0"/>
                <a:cs typeface="msgothic" charset="0"/>
              </a:rPr>
              <a:t>));</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        </a:t>
            </a:r>
            <a:r>
              <a:rPr lang="en-GB" sz="2000" dirty="0">
                <a:solidFill>
                  <a:srgbClr val="990000"/>
                </a:solidFill>
                <a:latin typeface="Courier New" panose="02070609020205020404" pitchFamily="49" charset="0"/>
                <a:ea typeface="msgothic" charset="0"/>
                <a:cs typeface="msgothic" charset="0"/>
              </a:rPr>
              <a:t>&lt;manipulate x&gt;</a:t>
            </a:r>
            <a:endParaRPr lang="en-GB" sz="2000" dirty="0">
              <a:solidFill>
                <a:srgbClr val="990000"/>
              </a:solidFill>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free(x);</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y = </a:t>
            </a:r>
            <a:r>
              <a:rPr lang="en-GB" sz="2000" dirty="0" err="1">
                <a:latin typeface="Courier New" panose="02070609020205020404" pitchFamily="49" charset="0"/>
                <a:ea typeface="msgothic" charset="0"/>
                <a:cs typeface="msgothic" charset="0"/>
              </a:rPr>
              <a:t>malloc</a:t>
            </a:r>
            <a:r>
              <a:rPr lang="en-GB" sz="2000" dirty="0">
                <a:latin typeface="Courier New" panose="02070609020205020404" pitchFamily="49" charset="0"/>
                <a:ea typeface="msgothic" charset="0"/>
                <a:cs typeface="msgothic" charset="0"/>
              </a:rPr>
              <a:t>(M*</a:t>
            </a:r>
            <a:r>
              <a:rPr lang="en-GB" sz="2000" dirty="0" err="1">
                <a:latin typeface="Courier New" panose="02070609020205020404" pitchFamily="49" charset="0"/>
                <a:ea typeface="msgothic" charset="0"/>
                <a:cs typeface="msgothic" charset="0"/>
              </a:rPr>
              <a:t>sizeof</a:t>
            </a:r>
            <a:r>
              <a:rPr lang="en-GB" sz="2000" dirty="0">
                <a:latin typeface="Courier New" panose="02070609020205020404" pitchFamily="49" charset="0"/>
                <a:ea typeface="msgothic" charset="0"/>
                <a:cs typeface="msgothic" charset="0"/>
              </a:rPr>
              <a:t>(</a:t>
            </a:r>
            <a:r>
              <a:rPr lang="en-GB" sz="2000" dirty="0" err="1">
                <a:latin typeface="Courier New" panose="02070609020205020404" pitchFamily="49" charset="0"/>
                <a:ea typeface="msgothic" charset="0"/>
                <a:cs typeface="msgothic" charset="0"/>
              </a:rPr>
              <a:t>int</a:t>
            </a:r>
            <a:r>
              <a:rPr lang="en-GB" sz="2000" dirty="0">
                <a:latin typeface="Courier New" panose="02070609020205020404" pitchFamily="49" charset="0"/>
                <a:ea typeface="msgothic" charset="0"/>
                <a:cs typeface="msgothic" charset="0"/>
              </a:rPr>
              <a:t>));</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        </a:t>
            </a:r>
            <a:r>
              <a:rPr lang="en-GB" sz="2000" dirty="0">
                <a:solidFill>
                  <a:srgbClr val="990000"/>
                </a:solidFill>
                <a:latin typeface="Courier New" panose="02070609020205020404" pitchFamily="49" charset="0"/>
                <a:ea typeface="msgothic" charset="0"/>
                <a:cs typeface="msgothic" charset="0"/>
              </a:rPr>
              <a:t>&lt;manipulate y&gt;</a:t>
            </a:r>
            <a:endParaRPr lang="en-GB" sz="2000" dirty="0">
              <a:solidFill>
                <a:srgbClr val="990000"/>
              </a:solidFill>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solidFill>
                  <a:srgbClr val="C00000"/>
                </a:solidFill>
                <a:latin typeface="Courier New" panose="02070609020205020404" pitchFamily="49" charset="0"/>
                <a:ea typeface="msgothic" charset="0"/>
                <a:cs typeface="msgothic" charset="0"/>
              </a:rPr>
              <a:t>free(x);</a:t>
            </a:r>
            <a:endParaRPr lang="en-GB" sz="2000" dirty="0">
              <a:solidFill>
                <a:srgbClr val="C00000"/>
              </a:solidFill>
              <a:latin typeface="Courier New" panose="02070609020205020404" pitchFamily="49" charset="0"/>
              <a:ea typeface="msgothic" charset="0"/>
              <a:cs typeface="msgothic" charset="0"/>
            </a:endParaRP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body" idx="1"/>
          </p:nvPr>
        </p:nvSpPr>
        <p:spPr>
          <a:xfrm>
            <a:off x="1911652" y="1252538"/>
            <a:ext cx="8307387" cy="5224462"/>
          </a:xfrm>
        </p:spPr>
        <p:txBody>
          <a:bodyPr/>
          <a:lstStyle/>
          <a:p>
            <a:pPr>
              <a:lnSpc>
                <a:spcPct val="95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zh-CN" altLang="en-GB" dirty="0" smtClean="0"/>
              <a:t>问题在哪</a:t>
            </a:r>
            <a:r>
              <a:rPr lang="en-US" altLang="zh-CN" dirty="0" smtClean="0"/>
              <a:t>？</a:t>
            </a:r>
            <a:r>
              <a:rPr lang="en-GB" dirty="0" smtClean="0"/>
              <a:t> </a:t>
            </a:r>
            <a:endParaRPr lang="en-GB" dirty="0"/>
          </a:p>
        </p:txBody>
      </p:sp>
      <p:sp>
        <p:nvSpPr>
          <p:cNvPr id="36867" name="Text Box 3"/>
          <p:cNvSpPr txBox="1">
            <a:spLocks noChangeArrowheads="1"/>
          </p:cNvSpPr>
          <p:nvPr/>
        </p:nvSpPr>
        <p:spPr bwMode="auto">
          <a:xfrm>
            <a:off x="2362200" y="1905000"/>
            <a:ext cx="4343400" cy="2228850"/>
          </a:xfrm>
          <a:prstGeom prst="rect">
            <a:avLst/>
          </a:prstGeom>
          <a:solidFill>
            <a:srgbClr val="F6F5BD"/>
          </a:solidFill>
          <a:ln w="3240">
            <a:solidFill>
              <a:schemeClr val="tx1"/>
            </a:solidFill>
            <a:miter lim="800000"/>
          </a:ln>
          <a:effectLst/>
        </p:spPr>
        <p:txBody>
          <a:bodyPr wrap="none" lIns="90000" tIns="46800" rIns="90000" bIns="4680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x = </a:t>
            </a:r>
            <a:r>
              <a:rPr lang="en-GB" sz="2000" dirty="0" err="1">
                <a:latin typeface="Courier New" panose="02070609020205020404" pitchFamily="49" charset="0"/>
                <a:ea typeface="msgothic" charset="0"/>
                <a:cs typeface="msgothic" charset="0"/>
              </a:rPr>
              <a:t>malloc</a:t>
            </a:r>
            <a:r>
              <a:rPr lang="en-GB" sz="2000" dirty="0">
                <a:latin typeface="Courier New" panose="02070609020205020404" pitchFamily="49" charset="0"/>
                <a:ea typeface="msgothic" charset="0"/>
                <a:cs typeface="msgothic" charset="0"/>
              </a:rPr>
              <a:t>(N*</a:t>
            </a:r>
            <a:r>
              <a:rPr lang="en-GB" sz="2000" dirty="0" err="1">
                <a:latin typeface="Courier New" panose="02070609020205020404" pitchFamily="49" charset="0"/>
                <a:ea typeface="msgothic" charset="0"/>
                <a:cs typeface="msgothic" charset="0"/>
              </a:rPr>
              <a:t>sizeof</a:t>
            </a:r>
            <a:r>
              <a:rPr lang="en-GB" sz="2000" dirty="0">
                <a:latin typeface="Courier New" panose="02070609020205020404" pitchFamily="49" charset="0"/>
                <a:ea typeface="msgothic" charset="0"/>
                <a:cs typeface="msgothic" charset="0"/>
              </a:rPr>
              <a:t>(</a:t>
            </a:r>
            <a:r>
              <a:rPr lang="en-GB" sz="2000" dirty="0" err="1">
                <a:latin typeface="Courier New" panose="02070609020205020404" pitchFamily="49" charset="0"/>
                <a:ea typeface="msgothic" charset="0"/>
                <a:cs typeface="msgothic" charset="0"/>
              </a:rPr>
              <a:t>int</a:t>
            </a:r>
            <a:r>
              <a:rPr lang="en-GB" sz="2000" dirty="0">
                <a:latin typeface="Courier New" panose="02070609020205020404" pitchFamily="49" charset="0"/>
                <a:ea typeface="msgothic" charset="0"/>
                <a:cs typeface="msgothic" charset="0"/>
              </a:rPr>
              <a:t>));</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  </a:t>
            </a:r>
            <a:r>
              <a:rPr lang="en-GB" sz="2000" dirty="0">
                <a:solidFill>
                  <a:srgbClr val="990000"/>
                </a:solidFill>
                <a:latin typeface="Courier New" panose="02070609020205020404" pitchFamily="49" charset="0"/>
                <a:ea typeface="msgothic" charset="0"/>
                <a:cs typeface="msgothic" charset="0"/>
              </a:rPr>
              <a:t>&lt;manipulate x&gt;</a:t>
            </a:r>
            <a:endParaRPr lang="en-GB" sz="2000" dirty="0">
              <a:solidFill>
                <a:srgbClr val="990000"/>
              </a:solidFill>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free(x);</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   ...</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y = </a:t>
            </a:r>
            <a:r>
              <a:rPr lang="en-GB" sz="2000" dirty="0" err="1">
                <a:latin typeface="Courier New" panose="02070609020205020404" pitchFamily="49" charset="0"/>
                <a:ea typeface="msgothic" charset="0"/>
                <a:cs typeface="msgothic" charset="0"/>
              </a:rPr>
              <a:t>malloc</a:t>
            </a:r>
            <a:r>
              <a:rPr lang="en-GB" sz="2000" dirty="0">
                <a:latin typeface="Courier New" panose="02070609020205020404" pitchFamily="49" charset="0"/>
                <a:ea typeface="msgothic" charset="0"/>
                <a:cs typeface="msgothic" charset="0"/>
              </a:rPr>
              <a:t>(M*</a:t>
            </a:r>
            <a:r>
              <a:rPr lang="en-GB" sz="2000" dirty="0" err="1">
                <a:latin typeface="Courier New" panose="02070609020205020404" pitchFamily="49" charset="0"/>
                <a:ea typeface="msgothic" charset="0"/>
                <a:cs typeface="msgothic" charset="0"/>
              </a:rPr>
              <a:t>sizeof</a:t>
            </a:r>
            <a:r>
              <a:rPr lang="en-GB" sz="2000" dirty="0">
                <a:latin typeface="Courier New" panose="02070609020205020404" pitchFamily="49" charset="0"/>
                <a:ea typeface="msgothic" charset="0"/>
                <a:cs typeface="msgothic" charset="0"/>
              </a:rPr>
              <a:t>(</a:t>
            </a:r>
            <a:r>
              <a:rPr lang="en-GB" sz="2000" dirty="0" err="1">
                <a:latin typeface="Courier New" panose="02070609020205020404" pitchFamily="49" charset="0"/>
                <a:ea typeface="msgothic" charset="0"/>
                <a:cs typeface="msgothic" charset="0"/>
              </a:rPr>
              <a:t>int</a:t>
            </a:r>
            <a:r>
              <a:rPr lang="en-GB" sz="2000" dirty="0">
                <a:latin typeface="Courier New" panose="02070609020205020404" pitchFamily="49" charset="0"/>
                <a:ea typeface="msgothic" charset="0"/>
                <a:cs typeface="msgothic" charset="0"/>
              </a:rPr>
              <a:t>));</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for (</a:t>
            </a:r>
            <a:r>
              <a:rPr lang="en-GB" sz="2000" dirty="0" err="1">
                <a:latin typeface="Courier New" panose="02070609020205020404" pitchFamily="49" charset="0"/>
                <a:ea typeface="msgothic" charset="0"/>
                <a:cs typeface="msgothic" charset="0"/>
              </a:rPr>
              <a:t>i</a:t>
            </a:r>
            <a:r>
              <a:rPr lang="en-GB" sz="2000" dirty="0">
                <a:latin typeface="Courier New" panose="02070609020205020404" pitchFamily="49" charset="0"/>
                <a:ea typeface="msgothic" charset="0"/>
                <a:cs typeface="msgothic" charset="0"/>
              </a:rPr>
              <a:t>=0; </a:t>
            </a:r>
            <a:r>
              <a:rPr lang="en-GB" sz="2000" dirty="0" err="1">
                <a:latin typeface="Courier New" panose="02070609020205020404" pitchFamily="49" charset="0"/>
                <a:ea typeface="msgothic" charset="0"/>
                <a:cs typeface="msgothic" charset="0"/>
              </a:rPr>
              <a:t>i</a:t>
            </a:r>
            <a:r>
              <a:rPr lang="en-GB" sz="2000" dirty="0">
                <a:latin typeface="Courier New" panose="02070609020205020404" pitchFamily="49" charset="0"/>
                <a:ea typeface="msgothic" charset="0"/>
                <a:cs typeface="msgothic" charset="0"/>
              </a:rPr>
              <a:t>&lt;M; </a:t>
            </a:r>
            <a:r>
              <a:rPr lang="en-GB" sz="2000" dirty="0" err="1">
                <a:latin typeface="Courier New" panose="02070609020205020404" pitchFamily="49" charset="0"/>
                <a:ea typeface="msgothic" charset="0"/>
                <a:cs typeface="msgothic" charset="0"/>
              </a:rPr>
              <a:t>i</a:t>
            </a:r>
            <a:r>
              <a:rPr lang="en-GB" sz="2000" dirty="0">
                <a:latin typeface="Courier New" panose="02070609020205020404" pitchFamily="49" charset="0"/>
                <a:ea typeface="msgothic" charset="0"/>
                <a:cs typeface="msgothic" charset="0"/>
              </a:rPr>
              <a:t>++)</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   y[</a:t>
            </a:r>
            <a:r>
              <a:rPr lang="en-GB" sz="2000" dirty="0" err="1">
                <a:latin typeface="Courier New" panose="02070609020205020404" pitchFamily="49" charset="0"/>
                <a:ea typeface="msgothic" charset="0"/>
                <a:cs typeface="msgothic" charset="0"/>
              </a:rPr>
              <a:t>i</a:t>
            </a:r>
            <a:r>
              <a:rPr lang="en-GB" sz="2000" dirty="0">
                <a:latin typeface="Courier New" panose="02070609020205020404" pitchFamily="49" charset="0"/>
                <a:ea typeface="msgothic" charset="0"/>
                <a:cs typeface="msgothic" charset="0"/>
              </a:rPr>
              <a:t>] = </a:t>
            </a:r>
            <a:r>
              <a:rPr lang="en-GB" sz="2000" dirty="0">
                <a:solidFill>
                  <a:srgbClr val="C00000"/>
                </a:solidFill>
                <a:latin typeface="Courier New" panose="02070609020205020404" pitchFamily="49" charset="0"/>
                <a:ea typeface="msgothic" charset="0"/>
                <a:cs typeface="msgothic" charset="0"/>
              </a:rPr>
              <a:t>x</a:t>
            </a:r>
            <a:r>
              <a:rPr lang="en-GB" sz="2000" dirty="0">
                <a:latin typeface="Courier New" panose="02070609020205020404" pitchFamily="49" charset="0"/>
                <a:ea typeface="msgothic" charset="0"/>
                <a:cs typeface="msgothic" charset="0"/>
              </a:rPr>
              <a:t>[</a:t>
            </a:r>
            <a:r>
              <a:rPr lang="en-GB" sz="2000" dirty="0" err="1">
                <a:latin typeface="Courier New" panose="02070609020205020404" pitchFamily="49" charset="0"/>
                <a:ea typeface="msgothic" charset="0"/>
                <a:cs typeface="msgothic" charset="0"/>
              </a:rPr>
              <a:t>i</a:t>
            </a:r>
            <a:r>
              <a:rPr lang="en-GB" sz="2000" dirty="0">
                <a:latin typeface="Courier New" panose="02070609020205020404" pitchFamily="49" charset="0"/>
                <a:ea typeface="msgothic" charset="0"/>
                <a:cs typeface="msgothic" charset="0"/>
              </a:rPr>
              <a:t>]++;</a:t>
            </a:r>
            <a:endParaRPr lang="en-GB" sz="2000" dirty="0">
              <a:latin typeface="Courier New" panose="02070609020205020404" pitchFamily="49" charset="0"/>
              <a:ea typeface="msgothic" charset="0"/>
              <a:cs typeface="msgothic" charset="0"/>
            </a:endParaRPr>
          </a:p>
        </p:txBody>
      </p:sp>
      <p:sp>
        <p:nvSpPr>
          <p:cNvPr id="5" name="Rectangle 1"/>
          <p:cNvSpPr>
            <a:spLocks noGrp="1" noChangeArrowheads="1"/>
          </p:cNvSpPr>
          <p:nvPr>
            <p:ph type="title" idx="4294967295"/>
          </p:nvPr>
        </p:nvSpPr>
        <p:spPr>
          <a:xfrm>
            <a:off x="1874838" y="436562"/>
            <a:ext cx="8716962" cy="782638"/>
          </a:xfrm>
        </p:spPr>
        <p:txBody>
          <a:bodyPr/>
          <a:lstStyle/>
          <a:p>
            <a:pPr>
              <a:lnSpc>
                <a:spcPct val="87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dirty="0" smtClean="0">
                <a:sym typeface="+mn-ea"/>
              </a:rPr>
              <a:t>引用已释放内存块</a:t>
            </a:r>
            <a:endParaRPr lang="en-GB" dirty="0"/>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1"/>
          <p:cNvSpPr>
            <a:spLocks noGrp="1" noChangeArrowheads="1"/>
          </p:cNvSpPr>
          <p:nvPr>
            <p:ph type="title" idx="4294967295"/>
          </p:nvPr>
        </p:nvSpPr>
        <p:spPr>
          <a:xfrm>
            <a:off x="1874838" y="287338"/>
            <a:ext cx="8716962" cy="1008062"/>
          </a:xfrm>
        </p:spPr>
        <p:txBody>
          <a:bodyPr/>
          <a:lstStyle/>
          <a:p>
            <a:pPr>
              <a:lnSpc>
                <a:spcPct val="87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dirty="0" smtClean="0"/>
              <a:t>未能释放内存块（内存泄漏）</a:t>
            </a:r>
            <a:endParaRPr lang="en-GB" dirty="0"/>
          </a:p>
        </p:txBody>
      </p:sp>
      <p:sp>
        <p:nvSpPr>
          <p:cNvPr id="37890" name="Rectangle 2"/>
          <p:cNvSpPr>
            <a:spLocks noGrp="1" noChangeArrowheads="1"/>
          </p:cNvSpPr>
          <p:nvPr>
            <p:ph type="body" idx="1"/>
          </p:nvPr>
        </p:nvSpPr>
        <p:spPr>
          <a:xfrm>
            <a:off x="1874839" y="1252538"/>
            <a:ext cx="8307387" cy="5224462"/>
          </a:xfrm>
        </p:spPr>
        <p:txBody>
          <a:bodyPr/>
          <a:lstStyle/>
          <a:p>
            <a:pPr>
              <a:lnSpc>
                <a:spcPct val="95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zh-CN" altLang="en-US" dirty="0" smtClean="0"/>
              <a:t>缓慢的长期杀手！</a:t>
            </a:r>
            <a:endParaRPr lang="en-GB" dirty="0"/>
          </a:p>
        </p:txBody>
      </p:sp>
      <p:sp>
        <p:nvSpPr>
          <p:cNvPr id="37891" name="Text Box 3"/>
          <p:cNvSpPr txBox="1">
            <a:spLocks noChangeArrowheads="1"/>
          </p:cNvSpPr>
          <p:nvPr/>
        </p:nvSpPr>
        <p:spPr bwMode="auto">
          <a:xfrm>
            <a:off x="2310714" y="2009775"/>
            <a:ext cx="5486400" cy="1619250"/>
          </a:xfrm>
          <a:prstGeom prst="rect">
            <a:avLst/>
          </a:prstGeom>
          <a:solidFill>
            <a:srgbClr val="F6F5BD"/>
          </a:solidFill>
          <a:ln w="3240">
            <a:solidFill>
              <a:schemeClr val="tx1"/>
            </a:solidFill>
            <a:miter lim="800000"/>
          </a:ln>
          <a:effectLst/>
        </p:spPr>
        <p:txBody>
          <a:bodyPr wrap="none" lIns="90000" tIns="46800" rIns="90000" bIns="4680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foo() {</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   </a:t>
            </a:r>
            <a:r>
              <a:rPr lang="en-GB" sz="2000" dirty="0" err="1">
                <a:latin typeface="Courier New" panose="02070609020205020404" pitchFamily="49" charset="0"/>
                <a:ea typeface="msgothic" charset="0"/>
                <a:cs typeface="msgothic" charset="0"/>
              </a:rPr>
              <a:t>int</a:t>
            </a:r>
            <a:r>
              <a:rPr lang="en-GB" sz="2000" dirty="0">
                <a:latin typeface="Courier New" panose="02070609020205020404" pitchFamily="49" charset="0"/>
                <a:ea typeface="msgothic" charset="0"/>
                <a:cs typeface="msgothic" charset="0"/>
              </a:rPr>
              <a:t> *x = </a:t>
            </a:r>
            <a:r>
              <a:rPr lang="en-GB" sz="2000" dirty="0" err="1">
                <a:latin typeface="Courier New" panose="02070609020205020404" pitchFamily="49" charset="0"/>
                <a:ea typeface="msgothic" charset="0"/>
                <a:cs typeface="msgothic" charset="0"/>
              </a:rPr>
              <a:t>malloc</a:t>
            </a:r>
            <a:r>
              <a:rPr lang="en-GB" sz="2000" dirty="0">
                <a:latin typeface="Courier New" panose="02070609020205020404" pitchFamily="49" charset="0"/>
                <a:ea typeface="msgothic" charset="0"/>
                <a:cs typeface="msgothic" charset="0"/>
              </a:rPr>
              <a:t>(N*</a:t>
            </a:r>
            <a:r>
              <a:rPr lang="en-GB" sz="2000" dirty="0" err="1">
                <a:latin typeface="Courier New" panose="02070609020205020404" pitchFamily="49" charset="0"/>
                <a:ea typeface="msgothic" charset="0"/>
                <a:cs typeface="msgothic" charset="0"/>
              </a:rPr>
              <a:t>sizeof</a:t>
            </a:r>
            <a:r>
              <a:rPr lang="en-GB" sz="2000" dirty="0">
                <a:latin typeface="Courier New" panose="02070609020205020404" pitchFamily="49" charset="0"/>
                <a:ea typeface="msgothic" charset="0"/>
                <a:cs typeface="msgothic" charset="0"/>
              </a:rPr>
              <a:t>(</a:t>
            </a:r>
            <a:r>
              <a:rPr lang="en-GB" sz="2000" dirty="0" err="1">
                <a:latin typeface="Courier New" panose="02070609020205020404" pitchFamily="49" charset="0"/>
                <a:ea typeface="msgothic" charset="0"/>
                <a:cs typeface="msgothic" charset="0"/>
              </a:rPr>
              <a:t>int</a:t>
            </a:r>
            <a:r>
              <a:rPr lang="en-GB" sz="2000" dirty="0">
                <a:latin typeface="Courier New" panose="02070609020205020404" pitchFamily="49" charset="0"/>
                <a:ea typeface="msgothic" charset="0"/>
                <a:cs typeface="msgothic" charset="0"/>
              </a:rPr>
              <a:t>));</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   ...</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   </a:t>
            </a:r>
            <a:r>
              <a:rPr lang="en-GB" sz="2000" dirty="0">
                <a:solidFill>
                  <a:srgbClr val="C00000"/>
                </a:solidFill>
                <a:latin typeface="Courier New" panose="02070609020205020404" pitchFamily="49" charset="0"/>
                <a:ea typeface="msgothic" charset="0"/>
                <a:cs typeface="msgothic" charset="0"/>
              </a:rPr>
              <a:t>return</a:t>
            </a:r>
            <a:r>
              <a:rPr lang="en-GB" sz="2000" dirty="0">
                <a:latin typeface="Courier New" panose="02070609020205020404" pitchFamily="49" charset="0"/>
                <a:ea typeface="msgothic" charset="0"/>
                <a:cs typeface="msgothic" charset="0"/>
              </a:rPr>
              <a:t>;</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a:t>
            </a:r>
            <a:endParaRPr lang="en-GB" sz="2000" dirty="0">
              <a:latin typeface="Courier New" panose="02070609020205020404" pitchFamily="49" charset="0"/>
              <a:ea typeface="msgothic" charset="0"/>
              <a:cs typeface="msgothic" charset="0"/>
            </a:endParaRPr>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body" idx="1"/>
          </p:nvPr>
        </p:nvSpPr>
        <p:spPr>
          <a:xfrm>
            <a:off x="1886938" y="1220788"/>
            <a:ext cx="8307387" cy="5224462"/>
          </a:xfrm>
        </p:spPr>
        <p:txBody>
          <a:bodyPr/>
          <a:lstStyle/>
          <a:p>
            <a:pPr>
              <a:lnSpc>
                <a:spcPct val="95000"/>
              </a:lnSpc>
              <a:tabLst>
                <a:tab pos="318770" algn="l"/>
                <a:tab pos="845820" algn="l"/>
                <a:tab pos="1760220" algn="l"/>
                <a:tab pos="2674620" algn="l"/>
                <a:tab pos="3589020" algn="l"/>
                <a:tab pos="4503420" algn="l"/>
                <a:tab pos="5417820" algn="l"/>
                <a:tab pos="6332220" algn="l"/>
                <a:tab pos="7246620" algn="l"/>
                <a:tab pos="8161020" algn="l"/>
                <a:tab pos="9075420" algn="l"/>
                <a:tab pos="9989820" algn="l"/>
              </a:tabLst>
            </a:pPr>
            <a:r>
              <a:rPr lang="zh-CN" altLang="en-US" dirty="0" smtClean="0"/>
              <a:t>仅释放数据结构的一部分</a:t>
            </a:r>
            <a:endParaRPr lang="en-GB" dirty="0"/>
          </a:p>
        </p:txBody>
      </p:sp>
      <p:sp>
        <p:nvSpPr>
          <p:cNvPr id="38915" name="Text Box 3"/>
          <p:cNvSpPr txBox="1">
            <a:spLocks noChangeArrowheads="1"/>
          </p:cNvSpPr>
          <p:nvPr/>
        </p:nvSpPr>
        <p:spPr bwMode="auto">
          <a:xfrm>
            <a:off x="1981200" y="1752600"/>
            <a:ext cx="8077200" cy="4362450"/>
          </a:xfrm>
          <a:prstGeom prst="rect">
            <a:avLst/>
          </a:prstGeom>
          <a:solidFill>
            <a:srgbClr val="F6F5BD"/>
          </a:solidFill>
          <a:ln w="3240">
            <a:solidFill>
              <a:schemeClr val="tx1"/>
            </a:solidFill>
            <a:miter lim="800000"/>
          </a:ln>
          <a:effectLst/>
        </p:spPr>
        <p:txBody>
          <a:bodyPr wrap="none" lIns="90000" tIns="46800" rIns="90000" bIns="4680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err="1">
                <a:latin typeface="Courier New" panose="02070609020205020404" pitchFamily="49" charset="0"/>
                <a:ea typeface="msgothic" charset="0"/>
                <a:cs typeface="msgothic" charset="0"/>
              </a:rPr>
              <a:t>struct</a:t>
            </a:r>
            <a:r>
              <a:rPr lang="en-GB" sz="2000" dirty="0">
                <a:latin typeface="Courier New" panose="02070609020205020404" pitchFamily="49" charset="0"/>
                <a:ea typeface="msgothic" charset="0"/>
                <a:cs typeface="msgothic" charset="0"/>
              </a:rPr>
              <a:t> list {</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   </a:t>
            </a:r>
            <a:r>
              <a:rPr lang="en-GB" sz="2000" dirty="0" err="1">
                <a:latin typeface="Courier New" panose="02070609020205020404" pitchFamily="49" charset="0"/>
                <a:ea typeface="msgothic" charset="0"/>
                <a:cs typeface="msgothic" charset="0"/>
              </a:rPr>
              <a:t>int</a:t>
            </a:r>
            <a:r>
              <a:rPr lang="en-GB" sz="2000" dirty="0">
                <a:latin typeface="Courier New" panose="02070609020205020404" pitchFamily="49" charset="0"/>
                <a:ea typeface="msgothic" charset="0"/>
                <a:cs typeface="msgothic" charset="0"/>
              </a:rPr>
              <a:t> </a:t>
            </a:r>
            <a:r>
              <a:rPr lang="en-GB" sz="2000" dirty="0" err="1">
                <a:latin typeface="Courier New" panose="02070609020205020404" pitchFamily="49" charset="0"/>
                <a:ea typeface="msgothic" charset="0"/>
                <a:cs typeface="msgothic" charset="0"/>
              </a:rPr>
              <a:t>val</a:t>
            </a:r>
            <a:r>
              <a:rPr lang="en-GB" sz="2000" dirty="0">
                <a:latin typeface="Courier New" panose="02070609020205020404" pitchFamily="49" charset="0"/>
                <a:ea typeface="msgothic" charset="0"/>
                <a:cs typeface="msgothic" charset="0"/>
              </a:rPr>
              <a:t>;</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   </a:t>
            </a:r>
            <a:r>
              <a:rPr lang="en-GB" sz="2000" dirty="0" err="1">
                <a:latin typeface="Courier New" panose="02070609020205020404" pitchFamily="49" charset="0"/>
                <a:ea typeface="msgothic" charset="0"/>
                <a:cs typeface="msgothic" charset="0"/>
              </a:rPr>
              <a:t>struct</a:t>
            </a:r>
            <a:r>
              <a:rPr lang="en-GB" sz="2000" dirty="0">
                <a:latin typeface="Courier New" panose="02070609020205020404" pitchFamily="49" charset="0"/>
                <a:ea typeface="msgothic" charset="0"/>
                <a:cs typeface="msgothic" charset="0"/>
              </a:rPr>
              <a:t> list *next;</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err="1">
                <a:latin typeface="Courier New" panose="02070609020205020404" pitchFamily="49" charset="0"/>
                <a:ea typeface="msgothic" charset="0"/>
                <a:cs typeface="msgothic" charset="0"/>
              </a:rPr>
              <a:t>foo</a:t>
            </a:r>
            <a:r>
              <a:rPr lang="en-GB" sz="2000" dirty="0">
                <a:latin typeface="Courier New" panose="02070609020205020404" pitchFamily="49" charset="0"/>
                <a:ea typeface="msgothic" charset="0"/>
                <a:cs typeface="msgothic" charset="0"/>
              </a:rPr>
              <a:t>() {</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   </a:t>
            </a:r>
            <a:r>
              <a:rPr lang="en-GB" sz="2000" dirty="0" err="1">
                <a:latin typeface="Courier New" panose="02070609020205020404" pitchFamily="49" charset="0"/>
                <a:ea typeface="msgothic" charset="0"/>
                <a:cs typeface="msgothic" charset="0"/>
              </a:rPr>
              <a:t>struct</a:t>
            </a:r>
            <a:r>
              <a:rPr lang="en-GB" sz="2000" dirty="0">
                <a:latin typeface="Courier New" panose="02070609020205020404" pitchFamily="49" charset="0"/>
                <a:ea typeface="msgothic" charset="0"/>
                <a:cs typeface="msgothic" charset="0"/>
              </a:rPr>
              <a:t> list *head = </a:t>
            </a:r>
            <a:r>
              <a:rPr lang="en-GB" sz="2000" dirty="0" err="1">
                <a:latin typeface="Courier New" panose="02070609020205020404" pitchFamily="49" charset="0"/>
                <a:ea typeface="msgothic" charset="0"/>
                <a:cs typeface="msgothic" charset="0"/>
              </a:rPr>
              <a:t>malloc</a:t>
            </a:r>
            <a:r>
              <a:rPr lang="en-GB" sz="2000" dirty="0">
                <a:latin typeface="Courier New" panose="02070609020205020404" pitchFamily="49" charset="0"/>
                <a:ea typeface="msgothic" charset="0"/>
                <a:cs typeface="msgothic" charset="0"/>
              </a:rPr>
              <a:t>(</a:t>
            </a:r>
            <a:r>
              <a:rPr lang="en-GB" sz="2000" dirty="0" err="1">
                <a:latin typeface="Courier New" panose="02070609020205020404" pitchFamily="49" charset="0"/>
                <a:ea typeface="msgothic" charset="0"/>
                <a:cs typeface="msgothic" charset="0"/>
              </a:rPr>
              <a:t>sizeof</a:t>
            </a:r>
            <a:r>
              <a:rPr lang="en-GB" sz="2000" dirty="0">
                <a:latin typeface="Courier New" panose="02070609020205020404" pitchFamily="49" charset="0"/>
                <a:ea typeface="msgothic" charset="0"/>
                <a:cs typeface="msgothic" charset="0"/>
              </a:rPr>
              <a:t>(</a:t>
            </a:r>
            <a:r>
              <a:rPr lang="en-GB" sz="2000" dirty="0" err="1">
                <a:latin typeface="Courier New" panose="02070609020205020404" pitchFamily="49" charset="0"/>
                <a:ea typeface="msgothic" charset="0"/>
                <a:cs typeface="msgothic" charset="0"/>
              </a:rPr>
              <a:t>struct</a:t>
            </a:r>
            <a:r>
              <a:rPr lang="en-GB" sz="2000" dirty="0">
                <a:latin typeface="Courier New" panose="02070609020205020404" pitchFamily="49" charset="0"/>
                <a:ea typeface="msgothic" charset="0"/>
                <a:cs typeface="msgothic" charset="0"/>
              </a:rPr>
              <a:t> list));</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   head-&gt;</a:t>
            </a:r>
            <a:r>
              <a:rPr lang="en-GB" sz="2000" dirty="0" err="1">
                <a:latin typeface="Courier New" panose="02070609020205020404" pitchFamily="49" charset="0"/>
                <a:ea typeface="msgothic" charset="0"/>
                <a:cs typeface="msgothic" charset="0"/>
              </a:rPr>
              <a:t>val</a:t>
            </a:r>
            <a:r>
              <a:rPr lang="en-GB" sz="2000" dirty="0">
                <a:latin typeface="Courier New" panose="02070609020205020404" pitchFamily="49" charset="0"/>
                <a:ea typeface="msgothic" charset="0"/>
                <a:cs typeface="msgothic" charset="0"/>
              </a:rPr>
              <a:t> = 0;</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   head-&gt;next = NULL;</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   </a:t>
            </a:r>
            <a:r>
              <a:rPr lang="en-GB" sz="2000" dirty="0">
                <a:solidFill>
                  <a:srgbClr val="990000"/>
                </a:solidFill>
                <a:latin typeface="Courier New" panose="02070609020205020404" pitchFamily="49" charset="0"/>
                <a:ea typeface="msgothic" charset="0"/>
                <a:cs typeface="msgothic" charset="0"/>
              </a:rPr>
              <a:t>&lt;create and manipulate the rest of the list&gt;</a:t>
            </a:r>
            <a:endParaRPr lang="en-GB" sz="2000" dirty="0">
              <a:solidFill>
                <a:srgbClr val="990000"/>
              </a:solidFill>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    ...</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   </a:t>
            </a:r>
            <a:r>
              <a:rPr lang="en-GB" sz="2000" dirty="0">
                <a:solidFill>
                  <a:srgbClr val="C00000"/>
                </a:solidFill>
                <a:latin typeface="Courier New" panose="02070609020205020404" pitchFamily="49" charset="0"/>
                <a:ea typeface="msgothic" charset="0"/>
                <a:cs typeface="msgothic" charset="0"/>
              </a:rPr>
              <a:t>free(head)</a:t>
            </a:r>
            <a:r>
              <a:rPr lang="en-GB" sz="2000" dirty="0">
                <a:latin typeface="Courier New" panose="02070609020205020404" pitchFamily="49" charset="0"/>
                <a:ea typeface="msgothic" charset="0"/>
                <a:cs typeface="msgothic" charset="0"/>
              </a:rPr>
              <a:t>;</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   return;</a:t>
            </a:r>
            <a:endParaRPr lang="en-GB" sz="2000" dirty="0">
              <a:latin typeface="Courier New" panose="02070609020205020404" pitchFamily="49" charset="0"/>
              <a:ea typeface="msgothic" charset="0"/>
              <a:cs typeface="msgothic" charset="0"/>
            </a:endParaRPr>
          </a:p>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ourier New" panose="02070609020205020404" pitchFamily="49" charset="0"/>
                <a:ea typeface="msgothic" charset="0"/>
                <a:cs typeface="msgothic" charset="0"/>
              </a:rPr>
              <a:t>}</a:t>
            </a:r>
            <a:endParaRPr lang="en-GB" sz="2000" dirty="0">
              <a:latin typeface="Courier New" panose="02070609020205020404" pitchFamily="49" charset="0"/>
              <a:ea typeface="msgothic" charset="0"/>
              <a:cs typeface="msgothic" charset="0"/>
            </a:endParaRPr>
          </a:p>
        </p:txBody>
      </p:sp>
      <p:sp>
        <p:nvSpPr>
          <p:cNvPr id="5" name="Rectangle 1"/>
          <p:cNvSpPr>
            <a:spLocks noGrp="1" noChangeArrowheads="1"/>
          </p:cNvSpPr>
          <p:nvPr>
            <p:ph type="title" idx="4294967295"/>
          </p:nvPr>
        </p:nvSpPr>
        <p:spPr>
          <a:xfrm>
            <a:off x="1874838" y="287338"/>
            <a:ext cx="8716962" cy="1008062"/>
          </a:xfrm>
        </p:spPr>
        <p:txBody>
          <a:bodyPr/>
          <a:lstStyle/>
          <a:p>
            <a:pPr>
              <a:lnSpc>
                <a:spcPct val="87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dirty="0" smtClean="0"/>
              <a:t>未能释放内存块（内存泄漏）</a:t>
            </a:r>
            <a:endParaRPr lang="en-GB" dirty="0"/>
          </a:p>
        </p:txBody>
      </p:sp>
      <p:sp>
        <p:nvSpPr>
          <p:cNvPr id="2" name="Text Box 1"/>
          <p:cNvSpPr txBox="1"/>
          <p:nvPr/>
        </p:nvSpPr>
        <p:spPr>
          <a:xfrm>
            <a:off x="2819400" y="6115050"/>
            <a:ext cx="6096000" cy="460375"/>
          </a:xfrm>
          <a:prstGeom prst="rect">
            <a:avLst/>
          </a:prstGeom>
          <a:noFill/>
        </p:spPr>
        <p:txBody>
          <a:bodyPr wrap="square" rtlCol="0" anchor="t">
            <a:spAutoFit/>
          </a:bodyPr>
          <a:p>
            <a:r>
              <a:rPr lang="zh-CN" altLang="en-US">
                <a:solidFill>
                  <a:srgbClr val="FF0000"/>
                </a:solidFill>
                <a:sym typeface="+mn-ea"/>
              </a:rPr>
              <a:t>原因</a:t>
            </a:r>
            <a:r>
              <a:rPr lang="en-US" altLang="zh-CN">
                <a:solidFill>
                  <a:srgbClr val="FF0000"/>
                </a:solidFill>
                <a:sym typeface="+mn-ea"/>
              </a:rPr>
              <a:t>：</a:t>
            </a:r>
            <a:r>
              <a:rPr lang="zh-CN" altLang="en-US">
                <a:solidFill>
                  <a:srgbClr val="FF0000"/>
                </a:solidFill>
                <a:sym typeface="+mn-ea"/>
              </a:rPr>
              <a:t>程序员的</a:t>
            </a:r>
            <a:r>
              <a:rPr lang="en-US" altLang="zh-CN">
                <a:solidFill>
                  <a:srgbClr val="FF0000"/>
                </a:solidFill>
                <a:sym typeface="+mn-ea"/>
              </a:rPr>
              <a:t>free</a:t>
            </a:r>
            <a:r>
              <a:rPr lang="zh-CN" altLang="en-US">
                <a:solidFill>
                  <a:srgbClr val="FF0000"/>
                </a:solidFill>
                <a:sym typeface="+mn-ea"/>
              </a:rPr>
              <a:t>使用不当</a:t>
            </a:r>
            <a:endParaRPr lang="zh-CN" altLang="en-US" sz="1800" dirty="0" smtClean="0">
              <a:solidFill>
                <a:srgbClr val="FF0000"/>
              </a:solidFill>
              <a:latin typeface="Calibri" pitchFamily="34" charset="0"/>
              <a:sym typeface="+mn-ea"/>
            </a:endParaRPr>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t>人工内存管理的</a:t>
            </a:r>
            <a:r>
              <a:rPr lang="zh-CN" altLang="en-US"/>
              <a:t>挑战</a:t>
            </a:r>
            <a:endParaRPr lang="zh-CN" altLang="en-US"/>
          </a:p>
        </p:txBody>
      </p:sp>
      <p:sp>
        <p:nvSpPr>
          <p:cNvPr id="3" name="Content Placeholder 2"/>
          <p:cNvSpPr>
            <a:spLocks noGrp="1"/>
          </p:cNvSpPr>
          <p:nvPr>
            <p:ph idx="1"/>
          </p:nvPr>
        </p:nvSpPr>
        <p:spPr/>
        <p:txBody>
          <a:bodyPr/>
          <a:p>
            <a:r>
              <a:rPr lang="zh-CN" altLang="en-US"/>
              <a:t>内存资源（内存地址资源）是有限资源。在程序运行过程中，如何回收空闲内存地址以便提供代码和数据的后续使用，是一个持续挑战的问题。</a:t>
            </a:r>
            <a:endParaRPr lang="zh-CN" altLang="en-US"/>
          </a:p>
          <a:p>
            <a:r>
              <a:rPr lang="zh-CN" altLang="en-US"/>
              <a:t>如果全部交给程序员</a:t>
            </a:r>
            <a:r>
              <a:rPr lang="en-US" altLang="zh-CN"/>
              <a:t>，</a:t>
            </a:r>
            <a:r>
              <a:rPr lang="zh-CN" altLang="en-US"/>
              <a:t>则程序员具有巨大</a:t>
            </a:r>
            <a:r>
              <a:rPr lang="zh-CN" altLang="en-US"/>
              <a:t>负担</a:t>
            </a:r>
            <a:endParaRPr lang="zh-CN" altLang="en-US"/>
          </a:p>
          <a:p>
            <a:pPr lvl="1"/>
            <a:r>
              <a:rPr lang="zh-CN" altLang="en-US"/>
              <a:t>需要</a:t>
            </a:r>
            <a:r>
              <a:rPr lang="zh-CN" altLang="en-US" b="1">
                <a:latin typeface="Arial Bold" panose="020B0704020202020204" charset="0"/>
              </a:rPr>
              <a:t>避免</a:t>
            </a:r>
            <a:r>
              <a:rPr lang="zh-CN" altLang="en-US"/>
              <a:t>多次</a:t>
            </a:r>
            <a:r>
              <a:rPr lang="zh-CN" altLang="en-US"/>
              <a:t>释放</a:t>
            </a:r>
            <a:endParaRPr lang="zh-CN" altLang="en-US"/>
          </a:p>
          <a:p>
            <a:pPr lvl="1"/>
            <a:r>
              <a:rPr lang="zh-CN" altLang="en-US"/>
              <a:t>需要</a:t>
            </a:r>
            <a:r>
              <a:rPr lang="zh-CN" altLang="en-US" b="1">
                <a:latin typeface="Arial Bold" panose="020B0704020202020204" charset="0"/>
              </a:rPr>
              <a:t>避免</a:t>
            </a:r>
            <a:r>
              <a:rPr lang="zh-CN" altLang="en-US"/>
              <a:t>引用已经释放的内存</a:t>
            </a:r>
            <a:r>
              <a:rPr lang="zh-CN" altLang="en-US"/>
              <a:t>块</a:t>
            </a:r>
            <a:endParaRPr lang="zh-CN" altLang="en-US"/>
          </a:p>
          <a:p>
            <a:pPr lvl="1"/>
            <a:r>
              <a:rPr lang="zh-CN" altLang="en-US"/>
              <a:t>需要</a:t>
            </a:r>
            <a:r>
              <a:rPr lang="zh-CN" altLang="en-US" b="1">
                <a:latin typeface="Arial Bold" panose="020B0704020202020204" charset="0"/>
              </a:rPr>
              <a:t>及时</a:t>
            </a:r>
            <a:r>
              <a:rPr lang="zh-CN" altLang="en-US"/>
              <a:t>释放不再使用的内存</a:t>
            </a:r>
            <a:r>
              <a:rPr lang="zh-CN" altLang="en-US"/>
              <a:t>块</a:t>
            </a:r>
            <a:endParaRPr lang="zh-CN" altLang="en-US"/>
          </a:p>
        </p:txBody>
      </p:sp>
      <p:sp>
        <p:nvSpPr>
          <p:cNvPr id="4" name="Text Box 3"/>
          <p:cNvSpPr txBox="1"/>
          <p:nvPr/>
        </p:nvSpPr>
        <p:spPr>
          <a:xfrm>
            <a:off x="7239000" y="2590800"/>
            <a:ext cx="4442460" cy="3969385"/>
          </a:xfrm>
          <a:prstGeom prst="rect">
            <a:avLst/>
          </a:prstGeom>
          <a:noFill/>
          <a:ln w="12700" cmpd="sng">
            <a:solidFill>
              <a:schemeClr val="accent1">
                <a:shade val="50000"/>
              </a:schemeClr>
            </a:solidFill>
            <a:prstDash val="sysDot"/>
          </a:ln>
        </p:spPr>
        <p:txBody>
          <a:bodyPr wrap="square" rtlCol="0">
            <a:spAutoFit/>
          </a:bodyPr>
          <a:p>
            <a:pPr algn="l"/>
            <a:r>
              <a:rPr lang="en-US" altLang="en-US" sz="1800" b="0" dirty="0" smtClean="0">
                <a:latin typeface="Calibri" pitchFamily="34" charset="0"/>
              </a:rPr>
              <a:t>int send_request() {</a:t>
            </a:r>
            <a:endParaRPr lang="en-US" altLang="en-US" sz="1800" b="0" dirty="0" smtClean="0">
              <a:latin typeface="Calibri" pitchFamily="34" charset="0"/>
            </a:endParaRPr>
          </a:p>
          <a:p>
            <a:pPr algn="l"/>
            <a:r>
              <a:rPr lang="en-US" altLang="en-US" sz="1800" b="0" dirty="0" smtClean="0">
                <a:latin typeface="Calibri" pitchFamily="34" charset="0"/>
              </a:rPr>
              <a:t>    size_t n = read_size();</a:t>
            </a:r>
            <a:endParaRPr lang="en-US" altLang="en-US" sz="1800" b="0" dirty="0" smtClean="0">
              <a:latin typeface="Calibri" pitchFamily="34" charset="0"/>
            </a:endParaRPr>
          </a:p>
          <a:p>
            <a:pPr algn="l"/>
            <a:r>
              <a:rPr lang="en-US" altLang="en-US" sz="1800" b="0" dirty="0" smtClean="0">
                <a:latin typeface="Calibri" pitchFamily="34" charset="0"/>
              </a:rPr>
              <a:t>    int *elements = malloc(n * sizeof(int));</a:t>
            </a:r>
            <a:endParaRPr lang="en-US" altLang="en-US" sz="1800" b="0" dirty="0" smtClean="0">
              <a:latin typeface="Calibri" pitchFamily="34" charset="0"/>
            </a:endParaRPr>
          </a:p>
          <a:p>
            <a:pPr algn="l"/>
            <a:endParaRPr lang="en-US" altLang="en-US" sz="1800" b="0" dirty="0" smtClean="0">
              <a:latin typeface="Calibri" pitchFamily="34" charset="0"/>
            </a:endParaRPr>
          </a:p>
          <a:p>
            <a:pPr algn="l"/>
            <a:r>
              <a:rPr lang="en-US" altLang="en-US" sz="1800" b="0" dirty="0" smtClean="0">
                <a:latin typeface="Calibri" pitchFamily="34" charset="0"/>
              </a:rPr>
              <a:t>    if(read_elements(n, elements) &lt; n) {</a:t>
            </a:r>
            <a:endParaRPr lang="en-US" altLang="en-US" sz="1800" b="0" dirty="0" smtClean="0">
              <a:latin typeface="Calibri" pitchFamily="34" charset="0"/>
            </a:endParaRPr>
          </a:p>
          <a:p>
            <a:pPr algn="l"/>
            <a:r>
              <a:rPr lang="en-US" altLang="en-US" sz="1800" b="0" dirty="0" smtClean="0">
                <a:latin typeface="Calibri" pitchFamily="34" charset="0"/>
              </a:rPr>
              <a:t>        // elements not freed!</a:t>
            </a:r>
            <a:endParaRPr lang="en-US" altLang="en-US" sz="1800" b="0" dirty="0" smtClean="0">
              <a:latin typeface="Calibri" pitchFamily="34" charset="0"/>
            </a:endParaRPr>
          </a:p>
          <a:p>
            <a:pPr algn="l"/>
            <a:r>
              <a:rPr lang="en-US" altLang="en-US" sz="1800" b="0" dirty="0" smtClean="0">
                <a:latin typeface="Calibri" pitchFamily="34" charset="0"/>
              </a:rPr>
              <a:t>        return -1;</a:t>
            </a:r>
            <a:endParaRPr lang="en-US" altLang="en-US" sz="1800" b="0" dirty="0" smtClean="0">
              <a:latin typeface="Calibri" pitchFamily="34" charset="0"/>
            </a:endParaRPr>
          </a:p>
          <a:p>
            <a:pPr algn="l"/>
            <a:r>
              <a:rPr lang="en-US" altLang="en-US" sz="1800" b="0" dirty="0" smtClean="0">
                <a:latin typeface="Calibri" pitchFamily="34" charset="0"/>
              </a:rPr>
              <a:t>    }</a:t>
            </a:r>
            <a:endParaRPr lang="en-US" altLang="en-US" sz="1800" b="0" dirty="0" smtClean="0">
              <a:latin typeface="Calibri" pitchFamily="34" charset="0"/>
            </a:endParaRPr>
          </a:p>
          <a:p>
            <a:pPr algn="l"/>
            <a:endParaRPr lang="en-US" altLang="en-US" sz="1800" b="0" dirty="0" smtClean="0">
              <a:latin typeface="Calibri" pitchFamily="34" charset="0"/>
            </a:endParaRPr>
          </a:p>
          <a:p>
            <a:pPr algn="l"/>
            <a:r>
              <a:rPr lang="en-US" altLang="en-US" sz="1800" b="0" dirty="0" smtClean="0">
                <a:latin typeface="Calibri" pitchFamily="34" charset="0"/>
              </a:rPr>
              <a:t>    // …</a:t>
            </a:r>
            <a:endParaRPr lang="en-US" altLang="en-US" sz="1800" b="0" dirty="0" smtClean="0">
              <a:latin typeface="Calibri" pitchFamily="34" charset="0"/>
            </a:endParaRPr>
          </a:p>
          <a:p>
            <a:pPr algn="l"/>
            <a:endParaRPr lang="en-US" altLang="en-US" sz="1800" b="0" dirty="0" smtClean="0">
              <a:latin typeface="Calibri" pitchFamily="34" charset="0"/>
            </a:endParaRPr>
          </a:p>
          <a:p>
            <a:pPr algn="l"/>
            <a:r>
              <a:rPr lang="en-US" altLang="en-US" sz="1800" b="0" dirty="0" smtClean="0">
                <a:latin typeface="Calibri" pitchFamily="34" charset="0"/>
              </a:rPr>
              <a:t> </a:t>
            </a:r>
            <a:r>
              <a:rPr lang="en-US" altLang="en-US" sz="1800" dirty="0" smtClean="0">
                <a:latin typeface="Calibri" pitchFamily="34" charset="0"/>
              </a:rPr>
              <a:t>   free(elements)</a:t>
            </a:r>
            <a:endParaRPr lang="en-US" altLang="en-US" sz="1800" b="0" dirty="0" smtClean="0">
              <a:latin typeface="Calibri" pitchFamily="34" charset="0"/>
            </a:endParaRPr>
          </a:p>
          <a:p>
            <a:pPr algn="l"/>
            <a:r>
              <a:rPr lang="en-US" altLang="en-US" sz="1800" b="0" dirty="0" smtClean="0">
                <a:latin typeface="Calibri" pitchFamily="34" charset="0"/>
              </a:rPr>
              <a:t>    return 0;</a:t>
            </a:r>
            <a:endParaRPr lang="en-US" altLang="en-US" sz="1800" b="0" dirty="0" smtClean="0">
              <a:latin typeface="Calibri" pitchFamily="34" charset="0"/>
            </a:endParaRPr>
          </a:p>
          <a:p>
            <a:pPr algn="l"/>
            <a:r>
              <a:rPr lang="en-US" altLang="en-US" sz="1800" b="0" dirty="0" smtClean="0">
                <a:latin typeface="Calibri" pitchFamily="34" charset="0"/>
              </a:rPr>
              <a:t>}</a:t>
            </a:r>
            <a:endParaRPr lang="en-US" altLang="en-US" sz="1800" b="0" dirty="0" smtClean="0">
              <a:latin typeface="Calibri"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t>智能指针的</a:t>
            </a:r>
            <a:r>
              <a:rPr lang="zh-CN" altLang="en-US"/>
              <a:t>使用</a:t>
            </a:r>
            <a:endParaRPr lang="zh-CN" altLang="en-US"/>
          </a:p>
        </p:txBody>
      </p:sp>
      <p:sp>
        <p:nvSpPr>
          <p:cNvPr id="3" name="Content Placeholder 2"/>
          <p:cNvSpPr>
            <a:spLocks noGrp="1"/>
          </p:cNvSpPr>
          <p:nvPr>
            <p:ph idx="1"/>
          </p:nvPr>
        </p:nvSpPr>
        <p:spPr/>
        <p:txBody>
          <a:bodyPr/>
          <a:p>
            <a:r>
              <a:rPr lang="zh-CN" altLang="en-US"/>
              <a:t>智能指针通过将指针封装成局部对象，当程序离开局部对象的</a:t>
            </a:r>
            <a:r>
              <a:rPr lang="en-US" altLang="en-US"/>
              <a:t>scope</a:t>
            </a:r>
            <a:r>
              <a:rPr lang="zh-CN" altLang="en-US"/>
              <a:t>时，局部对象会借助析构函数释放指向的内存地址。</a:t>
            </a:r>
            <a:endParaRPr lang="zh-CN" altLang="en-US"/>
          </a:p>
          <a:p>
            <a:r>
              <a:rPr lang="zh-CN" altLang="en-US"/>
              <a:t>缺点：</a:t>
            </a:r>
            <a:endParaRPr lang="zh-CN" altLang="en-US"/>
          </a:p>
          <a:p>
            <a:pPr lvl="1"/>
            <a:r>
              <a:rPr lang="zh-CN" altLang="en-US"/>
              <a:t>人工选择智能指针</a:t>
            </a:r>
            <a:endParaRPr lang="zh-CN" altLang="en-US"/>
          </a:p>
          <a:p>
            <a:pPr lvl="1"/>
            <a:r>
              <a:rPr lang="zh-CN" altLang="en-US"/>
              <a:t>不能处理复杂场景</a:t>
            </a:r>
            <a:r>
              <a:rPr lang="en-US" altLang="zh-CN"/>
              <a:t>：</a:t>
            </a:r>
            <a:r>
              <a:rPr lang="zh-CN" altLang="en-US"/>
              <a:t>比如</a:t>
            </a:r>
            <a:r>
              <a:rPr lang="zh-CN" altLang="en-US">
                <a:sym typeface="+mn-ea"/>
              </a:rPr>
              <a:t>多线程环境</a:t>
            </a:r>
            <a:r>
              <a:rPr lang="zh-CN" altLang="en-US"/>
              <a:t>共享对象。</a:t>
            </a:r>
            <a:endParaRPr lang="zh-CN" altLang="en-US"/>
          </a:p>
        </p:txBody>
      </p:sp>
      <p:sp>
        <p:nvSpPr>
          <p:cNvPr id="4" name="Text Box 3"/>
          <p:cNvSpPr txBox="1"/>
          <p:nvPr/>
        </p:nvSpPr>
        <p:spPr>
          <a:xfrm>
            <a:off x="4114800" y="3352800"/>
            <a:ext cx="5850890" cy="3415030"/>
          </a:xfrm>
          <a:prstGeom prst="rect">
            <a:avLst/>
          </a:prstGeom>
          <a:noFill/>
          <a:ln w="12700" cmpd="sng">
            <a:solidFill>
              <a:schemeClr val="accent1">
                <a:shade val="50000"/>
              </a:schemeClr>
            </a:solidFill>
            <a:prstDash val="sysDot"/>
          </a:ln>
        </p:spPr>
        <p:txBody>
          <a:bodyPr wrap="square" rtlCol="0">
            <a:spAutoFit/>
          </a:bodyPr>
          <a:p>
            <a:pPr algn="l"/>
            <a:r>
              <a:rPr lang="en-US" altLang="en-US" sz="1800" b="0" dirty="0" smtClean="0">
                <a:latin typeface="Calibri" pitchFamily="34" charset="0"/>
              </a:rPr>
              <a:t>int send_request() {</a:t>
            </a:r>
            <a:endParaRPr lang="en-US" altLang="en-US" sz="1800" b="0" dirty="0" smtClean="0">
              <a:latin typeface="Calibri" pitchFamily="34" charset="0"/>
            </a:endParaRPr>
          </a:p>
          <a:p>
            <a:pPr algn="l"/>
            <a:r>
              <a:rPr lang="en-US" altLang="en-US" sz="1800" b="0" dirty="0" smtClean="0">
                <a:latin typeface="Calibri" pitchFamily="34" charset="0"/>
              </a:rPr>
              <a:t>    size_t n = read_size();</a:t>
            </a:r>
            <a:endParaRPr lang="en-US" altLang="en-US" sz="1800" b="0" dirty="0" smtClean="0">
              <a:latin typeface="Calibri" pitchFamily="34" charset="0"/>
            </a:endParaRPr>
          </a:p>
          <a:p>
            <a:pPr algn="l"/>
            <a:r>
              <a:rPr lang="en-US" altLang="en-US" sz="1800" b="0" dirty="0" smtClean="0">
                <a:latin typeface="Calibri" pitchFamily="34" charset="0"/>
              </a:rPr>
              <a:t>    </a:t>
            </a:r>
            <a:r>
              <a:rPr lang="en-US" altLang="en-US" sz="1800" dirty="0" smtClean="0">
                <a:latin typeface="Calibri" pitchFamily="34" charset="0"/>
              </a:rPr>
              <a:t>vector&lt;int&gt; elements = vector&lt;int&gt;(n);</a:t>
            </a:r>
            <a:endParaRPr lang="en-US" altLang="en-US" sz="1800" b="0" dirty="0" smtClean="0">
              <a:latin typeface="Calibri" pitchFamily="34" charset="0"/>
            </a:endParaRPr>
          </a:p>
          <a:p>
            <a:pPr algn="l"/>
            <a:endParaRPr lang="en-US" altLang="en-US" sz="1800" b="0" dirty="0" smtClean="0">
              <a:latin typeface="Calibri" pitchFamily="34" charset="0"/>
            </a:endParaRPr>
          </a:p>
          <a:p>
            <a:pPr algn="l"/>
            <a:r>
              <a:rPr lang="en-US" altLang="en-US" sz="1800" b="0" dirty="0" smtClean="0">
                <a:latin typeface="Calibri" pitchFamily="34" charset="0"/>
              </a:rPr>
              <a:t>    if(read_elements(elements.size(), &amp;elements[0]) &lt; n)  {</a:t>
            </a:r>
            <a:endParaRPr lang="en-US" altLang="en-US" sz="1800" b="0" dirty="0" smtClean="0">
              <a:latin typeface="Calibri" pitchFamily="34" charset="0"/>
            </a:endParaRPr>
          </a:p>
          <a:p>
            <a:pPr algn="l"/>
            <a:r>
              <a:rPr lang="en-US" altLang="en-US" sz="1800" b="0" dirty="0" smtClean="0">
                <a:latin typeface="Calibri" pitchFamily="34" charset="0"/>
              </a:rPr>
              <a:t>        return -1;</a:t>
            </a:r>
            <a:endParaRPr lang="en-US" altLang="en-US" sz="1800" b="0" dirty="0" smtClean="0">
              <a:latin typeface="Calibri" pitchFamily="34" charset="0"/>
            </a:endParaRPr>
          </a:p>
          <a:p>
            <a:pPr algn="l"/>
            <a:r>
              <a:rPr lang="en-US" altLang="en-US" sz="1800" b="0" dirty="0" smtClean="0">
                <a:latin typeface="Calibri" pitchFamily="34" charset="0"/>
              </a:rPr>
              <a:t>    }</a:t>
            </a:r>
            <a:endParaRPr lang="en-US" altLang="en-US" sz="1800" b="0" dirty="0" smtClean="0">
              <a:latin typeface="Calibri" pitchFamily="34" charset="0"/>
            </a:endParaRPr>
          </a:p>
          <a:p>
            <a:pPr algn="l"/>
            <a:endParaRPr lang="en-US" altLang="en-US" sz="1800" b="0" dirty="0" smtClean="0">
              <a:latin typeface="Calibri" pitchFamily="34" charset="0"/>
            </a:endParaRPr>
          </a:p>
          <a:p>
            <a:pPr algn="l"/>
            <a:r>
              <a:rPr lang="en-US" altLang="en-US" sz="1800" b="0" dirty="0" smtClean="0">
                <a:latin typeface="Calibri" pitchFamily="34" charset="0"/>
              </a:rPr>
              <a:t>    // </a:t>
            </a:r>
            <a:r>
              <a:rPr lang="zh-CN" altLang="en-US" sz="1800" b="0" dirty="0" smtClean="0">
                <a:solidFill>
                  <a:srgbClr val="FF0000"/>
                </a:solidFill>
                <a:latin typeface="Calibri" pitchFamily="34" charset="0"/>
              </a:rPr>
              <a:t>无须手动释放</a:t>
            </a:r>
            <a:r>
              <a:rPr lang="en-US" altLang="zh-CN" sz="1800" b="0" dirty="0" smtClean="0">
                <a:solidFill>
                  <a:srgbClr val="FF0000"/>
                </a:solidFill>
                <a:latin typeface="Calibri" pitchFamily="34" charset="0"/>
              </a:rPr>
              <a:t>int[n]；</a:t>
            </a:r>
            <a:endParaRPr lang="en-US" altLang="zh-CN" sz="1800" b="0" dirty="0" smtClean="0">
              <a:solidFill>
                <a:srgbClr val="FF0000"/>
              </a:solidFill>
              <a:latin typeface="Calibri" pitchFamily="34" charset="0"/>
            </a:endParaRPr>
          </a:p>
          <a:p>
            <a:pPr algn="l"/>
            <a:r>
              <a:rPr lang="en-US" altLang="zh-CN" sz="1800" b="0" dirty="0" smtClean="0">
                <a:solidFill>
                  <a:srgbClr val="FF0000"/>
                </a:solidFill>
                <a:latin typeface="Calibri" pitchFamily="34" charset="0"/>
              </a:rPr>
              <a:t>    // </a:t>
            </a:r>
            <a:r>
              <a:rPr lang="zh-CN" altLang="en-US" sz="1800" b="0" dirty="0" smtClean="0">
                <a:solidFill>
                  <a:srgbClr val="FF0000"/>
                </a:solidFill>
                <a:latin typeface="Calibri" pitchFamily="34" charset="0"/>
              </a:rPr>
              <a:t>函数返回时</a:t>
            </a:r>
            <a:r>
              <a:rPr lang="en-US" altLang="zh-CN" sz="1800" b="0" dirty="0" smtClean="0">
                <a:solidFill>
                  <a:srgbClr val="FF0000"/>
                </a:solidFill>
                <a:latin typeface="Calibri" pitchFamily="34" charset="0"/>
              </a:rPr>
              <a:t>，elements</a:t>
            </a:r>
            <a:r>
              <a:rPr lang="zh-CN" altLang="en-US" sz="1800" b="0" dirty="0" smtClean="0">
                <a:solidFill>
                  <a:srgbClr val="FF0000"/>
                </a:solidFill>
                <a:latin typeface="Calibri" pitchFamily="34" charset="0"/>
              </a:rPr>
              <a:t>作为局部变</a:t>
            </a:r>
            <a:r>
              <a:rPr lang="zh-CN" altLang="en-US" sz="1800" b="0" dirty="0" smtClean="0">
                <a:solidFill>
                  <a:srgbClr val="FF0000"/>
                </a:solidFill>
                <a:latin typeface="Calibri" pitchFamily="34" charset="0"/>
              </a:rPr>
              <a:t>量自动</a:t>
            </a:r>
            <a:r>
              <a:rPr lang="zh-CN" altLang="en-US" sz="1800" b="0" dirty="0" smtClean="0">
                <a:solidFill>
                  <a:srgbClr val="FF0000"/>
                </a:solidFill>
                <a:latin typeface="Calibri" pitchFamily="34" charset="0"/>
              </a:rPr>
              <a:t>释放</a:t>
            </a:r>
            <a:endParaRPr lang="en-US" altLang="en-US" sz="1800" b="0" dirty="0" smtClean="0">
              <a:latin typeface="Calibri" pitchFamily="34" charset="0"/>
            </a:endParaRPr>
          </a:p>
          <a:p>
            <a:pPr algn="l"/>
            <a:r>
              <a:rPr lang="en-US" altLang="en-US" sz="1800" b="0" dirty="0" smtClean="0">
                <a:latin typeface="Calibri" pitchFamily="34" charset="0"/>
              </a:rPr>
              <a:t>    return 0;</a:t>
            </a:r>
            <a:endParaRPr lang="en-US" altLang="en-US" sz="1800" b="0" dirty="0" smtClean="0">
              <a:latin typeface="Calibri" pitchFamily="34" charset="0"/>
            </a:endParaRPr>
          </a:p>
          <a:p>
            <a:pPr algn="l"/>
            <a:r>
              <a:rPr lang="en-US" altLang="en-US" sz="1800" b="0" dirty="0" smtClean="0">
                <a:latin typeface="Calibri" pitchFamily="34" charset="0"/>
              </a:rPr>
              <a:t>}</a:t>
            </a:r>
            <a:endParaRPr lang="en-US" altLang="en-US" sz="1800" b="0" dirty="0" smtClean="0">
              <a:latin typeface="Calibri"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t>智能指针的</a:t>
            </a:r>
            <a:r>
              <a:rPr lang="zh-CN" altLang="en-US"/>
              <a:t>使用</a:t>
            </a:r>
            <a:endParaRPr lang="zh-CN" altLang="en-US"/>
          </a:p>
        </p:txBody>
      </p:sp>
      <p:sp>
        <p:nvSpPr>
          <p:cNvPr id="3" name="Content Placeholder 2"/>
          <p:cNvSpPr>
            <a:spLocks noGrp="1"/>
          </p:cNvSpPr>
          <p:nvPr>
            <p:ph idx="1"/>
          </p:nvPr>
        </p:nvSpPr>
        <p:spPr/>
        <p:txBody>
          <a:bodyPr/>
          <a:p>
            <a:r>
              <a:rPr lang="zh-CN" altLang="en-US"/>
              <a:t>智能指针通过将指针封装成局部对象，当程序离开局部对象的</a:t>
            </a:r>
            <a:r>
              <a:rPr lang="en-US" altLang="en-US"/>
              <a:t>scope</a:t>
            </a:r>
            <a:r>
              <a:rPr lang="zh-CN" altLang="en-US"/>
              <a:t>时，局部对象会借助析构函数释放指向的内存地址。</a:t>
            </a:r>
            <a:endParaRPr lang="zh-CN" altLang="en-US"/>
          </a:p>
          <a:p>
            <a:r>
              <a:rPr lang="zh-CN" altLang="en-US"/>
              <a:t>缺点：</a:t>
            </a:r>
            <a:endParaRPr lang="zh-CN" altLang="en-US"/>
          </a:p>
          <a:p>
            <a:pPr lvl="1"/>
            <a:r>
              <a:rPr lang="zh-CN" altLang="en-US"/>
              <a:t>人工选择智能指针</a:t>
            </a:r>
            <a:endParaRPr lang="zh-CN" altLang="en-US"/>
          </a:p>
          <a:p>
            <a:pPr lvl="1"/>
            <a:r>
              <a:rPr lang="zh-CN" altLang="en-US"/>
              <a:t>不能处理复杂场景</a:t>
            </a:r>
            <a:r>
              <a:rPr lang="en-US" altLang="zh-CN"/>
              <a:t>：</a:t>
            </a:r>
            <a:r>
              <a:rPr lang="zh-CN" altLang="en-US"/>
              <a:t>比如</a:t>
            </a:r>
            <a:r>
              <a:rPr lang="zh-CN" altLang="en-US">
                <a:sym typeface="+mn-ea"/>
              </a:rPr>
              <a:t>多线程环境</a:t>
            </a:r>
            <a:r>
              <a:rPr lang="zh-CN" altLang="en-US"/>
              <a:t>共享对象。</a:t>
            </a:r>
            <a:endParaRPr lang="zh-CN" altLang="en-US"/>
          </a:p>
        </p:txBody>
      </p:sp>
      <p:sp>
        <p:nvSpPr>
          <p:cNvPr id="5" name="Text Box 4"/>
          <p:cNvSpPr txBox="1"/>
          <p:nvPr/>
        </p:nvSpPr>
        <p:spPr>
          <a:xfrm>
            <a:off x="1355725" y="3505200"/>
            <a:ext cx="10200005" cy="3194685"/>
          </a:xfrm>
          <a:prstGeom prst="rect">
            <a:avLst/>
          </a:prstGeom>
        </p:spPr>
        <p:txBody>
          <a:bodyPr wrap="square">
            <a:spAutoFit/>
          </a:bodyPr>
          <a:p>
            <a:pPr marL="0" indent="0" latinLnBrk="1">
              <a:lnSpc>
                <a:spcPts val="2200"/>
              </a:lnSpc>
              <a:spcBef>
                <a:spcPct val="0"/>
              </a:spcBef>
              <a:spcAft>
                <a:spcPct val="0"/>
              </a:spcAft>
            </a:pPr>
            <a:r>
              <a:rPr sz="1600" b="0" i="1">
                <a:solidFill>
                  <a:srgbClr val="A0A1A7"/>
                </a:solidFill>
                <a:latin typeface="menlo" panose="020B0609030804020204"/>
                <a:ea typeface="menlo" panose="020B0609030804020204"/>
              </a:rPr>
              <a:t>// unique_ptr 示例</a:t>
            </a:r>
            <a:endParaRPr sz="1600" b="0" i="1">
              <a:solidFill>
                <a:srgbClr val="A0A1A7"/>
              </a:solidFill>
              <a:latin typeface="menlo" panose="020B0609030804020204"/>
              <a:ea typeface="menlo" panose="020B0609030804020204"/>
            </a:endParaRPr>
          </a:p>
          <a:p>
            <a:pPr marL="0" indent="0" latinLnBrk="1">
              <a:lnSpc>
                <a:spcPts val="2200"/>
              </a:lnSpc>
              <a:spcBef>
                <a:spcPct val="0"/>
              </a:spcBef>
              <a:spcAft>
                <a:spcPct val="0"/>
              </a:spcAft>
            </a:pPr>
            <a:r>
              <a:rPr sz="1600" b="0">
                <a:solidFill>
                  <a:srgbClr val="A626A4"/>
                </a:solidFill>
                <a:latin typeface="menlo" panose="020B0609030804020204"/>
                <a:ea typeface="menlo" panose="020B0609030804020204"/>
              </a:rPr>
              <a:t>void</a:t>
            </a:r>
            <a:r>
              <a:rPr lang="en-US" sz="1600" b="0">
                <a:solidFill>
                  <a:srgbClr val="A626A4"/>
                </a:solidFill>
                <a:latin typeface="menlo" panose="020B0609030804020204"/>
                <a:ea typeface="menlo" panose="020B0609030804020204"/>
              </a:rPr>
              <a:t> </a:t>
            </a:r>
            <a:r>
              <a:rPr sz="1600" b="0">
                <a:solidFill>
                  <a:srgbClr val="4078F2"/>
                </a:solidFill>
                <a:latin typeface="menlo" panose="020B0609030804020204"/>
                <a:ea typeface="menlo" panose="020B0609030804020204"/>
              </a:rPr>
              <a:t>uniquePtrExample</a:t>
            </a:r>
            <a:r>
              <a:rPr sz="1600" b="0">
                <a:solidFill>
                  <a:srgbClr val="383A42"/>
                </a:solidFill>
                <a:latin typeface="menlo" panose="020B0609030804020204"/>
                <a:ea typeface="menlo" panose="020B0609030804020204"/>
              </a:rPr>
              <a:t>(){</a:t>
            </a:r>
            <a:r>
              <a:rPr sz="1600" b="0">
                <a:solidFill>
                  <a:srgbClr val="0F1115"/>
                </a:solidFill>
                <a:latin typeface="menlo" panose="020B0609030804020204"/>
                <a:ea typeface="menlo" panose="020B0609030804020204"/>
              </a:rPr>
              <a:t>    </a:t>
            </a:r>
            <a:endParaRPr sz="1600" b="0">
              <a:solidFill>
                <a:srgbClr val="0F1115"/>
              </a:solidFill>
              <a:latin typeface="menlo" panose="020B0609030804020204"/>
              <a:ea typeface="menlo" panose="020B0609030804020204"/>
            </a:endParaRPr>
          </a:p>
          <a:p>
            <a:pPr marL="0" indent="457200" latinLnBrk="1">
              <a:lnSpc>
                <a:spcPts val="2200"/>
              </a:lnSpc>
              <a:spcBef>
                <a:spcPct val="0"/>
              </a:spcBef>
              <a:spcAft>
                <a:spcPct val="0"/>
              </a:spcAft>
            </a:pPr>
            <a:r>
              <a:rPr sz="1600" b="0">
                <a:solidFill>
                  <a:srgbClr val="0F1115"/>
                </a:solidFill>
                <a:latin typeface="menlo" panose="020B0609030804020204"/>
                <a:ea typeface="menlo" panose="020B0609030804020204"/>
              </a:rPr>
              <a:t>std</a:t>
            </a:r>
            <a:r>
              <a:rPr sz="1600" b="0">
                <a:solidFill>
                  <a:srgbClr val="383A42"/>
                </a:solidFill>
                <a:latin typeface="menlo" panose="020B0609030804020204"/>
                <a:ea typeface="menlo" panose="020B0609030804020204"/>
              </a:rPr>
              <a:t>::</a:t>
            </a:r>
            <a:r>
              <a:rPr sz="1600" b="0">
                <a:solidFill>
                  <a:srgbClr val="0F1115"/>
                </a:solidFill>
                <a:latin typeface="menlo" panose="020B0609030804020204"/>
                <a:ea typeface="menlo" panose="020B0609030804020204"/>
              </a:rPr>
              <a:t>cout </a:t>
            </a:r>
            <a:r>
              <a:rPr sz="1600" b="0">
                <a:solidFill>
                  <a:srgbClr val="4078F2"/>
                </a:solidFill>
                <a:latin typeface="menlo" panose="020B0609030804020204"/>
                <a:ea typeface="menlo" panose="020B0609030804020204"/>
              </a:rPr>
              <a:t>&lt;&lt;</a:t>
            </a:r>
            <a:r>
              <a:rPr sz="1600" b="0">
                <a:solidFill>
                  <a:srgbClr val="50A14F"/>
                </a:solidFill>
                <a:latin typeface="menlo" panose="020B0609030804020204"/>
                <a:ea typeface="menlo" panose="020B0609030804020204"/>
              </a:rPr>
              <a:t>"\n=== unique_ptr 示例 ==="</a:t>
            </a:r>
            <a:r>
              <a:rPr sz="1600" b="0">
                <a:solidFill>
                  <a:srgbClr val="4078F2"/>
                </a:solidFill>
                <a:latin typeface="menlo" panose="020B0609030804020204"/>
                <a:ea typeface="menlo" panose="020B0609030804020204"/>
              </a:rPr>
              <a:t>&lt;&lt;</a:t>
            </a:r>
            <a:r>
              <a:rPr sz="1600" b="0">
                <a:solidFill>
                  <a:srgbClr val="0F1115"/>
                </a:solidFill>
                <a:latin typeface="menlo" panose="020B0609030804020204"/>
                <a:ea typeface="menlo" panose="020B0609030804020204"/>
              </a:rPr>
              <a:t> std</a:t>
            </a:r>
            <a:r>
              <a:rPr sz="1600" b="0">
                <a:solidFill>
                  <a:srgbClr val="383A42"/>
                </a:solidFill>
                <a:latin typeface="menlo" panose="020B0609030804020204"/>
                <a:ea typeface="menlo" panose="020B0609030804020204"/>
              </a:rPr>
              <a:t>::</a:t>
            </a:r>
            <a:r>
              <a:rPr sz="1600" b="0">
                <a:solidFill>
                  <a:srgbClr val="0F1115"/>
                </a:solidFill>
                <a:latin typeface="menlo" panose="020B0609030804020204"/>
                <a:ea typeface="menlo" panose="020B0609030804020204"/>
              </a:rPr>
              <a:t>endl</a:t>
            </a:r>
            <a:r>
              <a:rPr sz="1600" b="0">
                <a:solidFill>
                  <a:srgbClr val="383A42"/>
                </a:solidFill>
                <a:latin typeface="menlo" panose="020B0609030804020204"/>
                <a:ea typeface="menlo" panose="020B0609030804020204"/>
              </a:rPr>
              <a:t>;</a:t>
            </a:r>
            <a:r>
              <a:rPr sz="1600" b="0">
                <a:solidFill>
                  <a:srgbClr val="0F1115"/>
                </a:solidFill>
                <a:latin typeface="menlo" panose="020B0609030804020204"/>
                <a:ea typeface="menlo" panose="020B0609030804020204"/>
              </a:rPr>
              <a:t>       </a:t>
            </a:r>
            <a:r>
              <a:rPr sz="1600" b="0" i="1">
                <a:solidFill>
                  <a:srgbClr val="A0A1A7"/>
                </a:solidFill>
                <a:latin typeface="menlo" panose="020B0609030804020204"/>
                <a:ea typeface="menlo" panose="020B0609030804020204"/>
              </a:rPr>
              <a:t>// 创建 unique_ptr</a:t>
            </a:r>
            <a:r>
              <a:rPr sz="1600" b="0">
                <a:solidFill>
                  <a:srgbClr val="0F1115"/>
                </a:solidFill>
                <a:latin typeface="menlo" panose="020B0609030804020204"/>
                <a:ea typeface="menlo" panose="020B0609030804020204"/>
              </a:rPr>
              <a:t>   </a:t>
            </a:r>
            <a:endParaRPr sz="1600" b="0">
              <a:solidFill>
                <a:srgbClr val="0F1115"/>
              </a:solidFill>
              <a:latin typeface="menlo" panose="020B0609030804020204"/>
              <a:ea typeface="menlo" panose="020B0609030804020204"/>
            </a:endParaRPr>
          </a:p>
          <a:p>
            <a:pPr marL="0" indent="457200" latinLnBrk="1">
              <a:lnSpc>
                <a:spcPts val="2200"/>
              </a:lnSpc>
              <a:spcBef>
                <a:spcPct val="0"/>
              </a:spcBef>
              <a:spcAft>
                <a:spcPct val="0"/>
              </a:spcAft>
            </a:pPr>
            <a:r>
              <a:rPr sz="1600" b="0">
                <a:solidFill>
                  <a:srgbClr val="0F1115"/>
                </a:solidFill>
                <a:latin typeface="menlo" panose="020B0609030804020204"/>
                <a:ea typeface="menlo" panose="020B0609030804020204"/>
              </a:rPr>
              <a:t>std</a:t>
            </a:r>
            <a:r>
              <a:rPr sz="1600" b="0">
                <a:solidFill>
                  <a:srgbClr val="383A42"/>
                </a:solidFill>
                <a:latin typeface="menlo" panose="020B0609030804020204"/>
                <a:ea typeface="menlo" panose="020B0609030804020204"/>
              </a:rPr>
              <a:t>::</a:t>
            </a:r>
            <a:r>
              <a:rPr sz="1600" b="0">
                <a:solidFill>
                  <a:srgbClr val="0F1115"/>
                </a:solidFill>
                <a:latin typeface="menlo" panose="020B0609030804020204"/>
                <a:ea typeface="menlo" panose="020B0609030804020204"/>
              </a:rPr>
              <a:t>unique_ptr</a:t>
            </a:r>
            <a:r>
              <a:rPr sz="1600" b="0">
                <a:solidFill>
                  <a:srgbClr val="4078F2"/>
                </a:solidFill>
                <a:latin typeface="menlo" panose="020B0609030804020204"/>
                <a:ea typeface="menlo" panose="020B0609030804020204"/>
              </a:rPr>
              <a:t>&lt;</a:t>
            </a:r>
            <a:r>
              <a:rPr sz="1600" b="0">
                <a:solidFill>
                  <a:srgbClr val="0F1115"/>
                </a:solidFill>
                <a:latin typeface="menlo" panose="020B0609030804020204"/>
                <a:ea typeface="menlo" panose="020B0609030804020204"/>
              </a:rPr>
              <a:t>Widget</a:t>
            </a:r>
            <a:r>
              <a:rPr sz="1600" b="0">
                <a:solidFill>
                  <a:srgbClr val="4078F2"/>
                </a:solidFill>
                <a:latin typeface="menlo" panose="020B0609030804020204"/>
                <a:ea typeface="menlo" panose="020B0609030804020204"/>
              </a:rPr>
              <a:t>&gt;</a:t>
            </a:r>
            <a:r>
              <a:rPr sz="1600" b="0">
                <a:solidFill>
                  <a:srgbClr val="0F1115"/>
                </a:solidFill>
                <a:latin typeface="menlo" panose="020B0609030804020204"/>
                <a:ea typeface="menlo" panose="020B0609030804020204"/>
              </a:rPr>
              <a:t> ptr1 </a:t>
            </a:r>
            <a:r>
              <a:rPr sz="1600" b="0">
                <a:solidFill>
                  <a:srgbClr val="4078F2"/>
                </a:solidFill>
                <a:latin typeface="menlo" panose="020B0609030804020204"/>
                <a:ea typeface="menlo" panose="020B0609030804020204"/>
              </a:rPr>
              <a:t>=</a:t>
            </a:r>
            <a:r>
              <a:rPr sz="1600" b="0">
                <a:solidFill>
                  <a:srgbClr val="0F1115"/>
                </a:solidFill>
                <a:latin typeface="menlo" panose="020B0609030804020204"/>
                <a:ea typeface="menlo" panose="020B0609030804020204"/>
              </a:rPr>
              <a:t> std</a:t>
            </a:r>
            <a:r>
              <a:rPr sz="1600" b="0">
                <a:solidFill>
                  <a:srgbClr val="383A42"/>
                </a:solidFill>
                <a:latin typeface="menlo" panose="020B0609030804020204"/>
                <a:ea typeface="menlo" panose="020B0609030804020204"/>
              </a:rPr>
              <a:t>::</a:t>
            </a:r>
            <a:r>
              <a:rPr sz="1600" b="0">
                <a:solidFill>
                  <a:srgbClr val="4078F2"/>
                </a:solidFill>
                <a:latin typeface="menlo" panose="020B0609030804020204"/>
                <a:ea typeface="menlo" panose="020B0609030804020204"/>
              </a:rPr>
              <a:t>make_unique&lt;</a:t>
            </a:r>
            <a:r>
              <a:rPr sz="1600" b="0">
                <a:solidFill>
                  <a:srgbClr val="B76B01"/>
                </a:solidFill>
                <a:latin typeface="menlo" panose="020B0609030804020204"/>
                <a:ea typeface="menlo" panose="020B0609030804020204"/>
              </a:rPr>
              <a:t>Widget</a:t>
            </a:r>
            <a:r>
              <a:rPr sz="1600" b="0">
                <a:solidFill>
                  <a:srgbClr val="4078F2"/>
                </a:solidFill>
                <a:latin typeface="menlo" panose="020B0609030804020204"/>
                <a:ea typeface="menlo" panose="020B0609030804020204"/>
              </a:rPr>
              <a:t>&gt;</a:t>
            </a:r>
            <a:r>
              <a:rPr sz="1600" b="0">
                <a:solidFill>
                  <a:srgbClr val="383A42"/>
                </a:solidFill>
                <a:latin typeface="menlo" panose="020B0609030804020204"/>
                <a:ea typeface="menlo" panose="020B0609030804020204"/>
              </a:rPr>
              <a:t>(</a:t>
            </a:r>
            <a:r>
              <a:rPr sz="1600" b="0">
                <a:solidFill>
                  <a:srgbClr val="B76B01"/>
                </a:solidFill>
                <a:latin typeface="menlo" panose="020B0609030804020204"/>
                <a:ea typeface="menlo" panose="020B0609030804020204"/>
              </a:rPr>
              <a:t>1</a:t>
            </a:r>
            <a:r>
              <a:rPr sz="1600" b="0">
                <a:solidFill>
                  <a:srgbClr val="383A42"/>
                </a:solidFill>
                <a:latin typeface="menlo" panose="020B0609030804020204"/>
                <a:ea typeface="menlo" panose="020B0609030804020204"/>
              </a:rPr>
              <a:t>);</a:t>
            </a:r>
            <a:r>
              <a:rPr sz="1600" b="0">
                <a:solidFill>
                  <a:srgbClr val="0F1115"/>
                </a:solidFill>
                <a:latin typeface="menlo" panose="020B0609030804020204"/>
                <a:ea typeface="menlo" panose="020B0609030804020204"/>
              </a:rPr>
              <a:t>  </a:t>
            </a:r>
            <a:r>
              <a:rPr sz="1600" b="0" i="1">
                <a:solidFill>
                  <a:srgbClr val="A0A1A7"/>
                </a:solidFill>
                <a:latin typeface="menlo" panose="020B0609030804020204"/>
                <a:ea typeface="menlo" panose="020B0609030804020204"/>
              </a:rPr>
              <a:t>// 使用 -&gt; 访问成员</a:t>
            </a:r>
            <a:r>
              <a:rPr sz="1600" b="0">
                <a:solidFill>
                  <a:srgbClr val="0F1115"/>
                </a:solidFill>
                <a:latin typeface="menlo" panose="020B0609030804020204"/>
                <a:ea typeface="menlo" panose="020B0609030804020204"/>
              </a:rPr>
              <a:t>    </a:t>
            </a:r>
            <a:endParaRPr sz="1600" b="0">
              <a:solidFill>
                <a:srgbClr val="0F1115"/>
              </a:solidFill>
              <a:latin typeface="menlo" panose="020B0609030804020204"/>
              <a:ea typeface="menlo" panose="020B0609030804020204"/>
            </a:endParaRPr>
          </a:p>
          <a:p>
            <a:pPr marL="0" indent="457200" latinLnBrk="1">
              <a:lnSpc>
                <a:spcPts val="2200"/>
              </a:lnSpc>
              <a:spcBef>
                <a:spcPct val="0"/>
              </a:spcBef>
              <a:spcAft>
                <a:spcPct val="0"/>
              </a:spcAft>
            </a:pPr>
            <a:r>
              <a:rPr sz="1600" b="0">
                <a:solidFill>
                  <a:srgbClr val="0F1115"/>
                </a:solidFill>
                <a:latin typeface="menlo" panose="020B0609030804020204"/>
                <a:ea typeface="menlo" panose="020B0609030804020204"/>
              </a:rPr>
              <a:t>ptr1</a:t>
            </a:r>
            <a:r>
              <a:rPr sz="1600" b="0">
                <a:solidFill>
                  <a:srgbClr val="4078F2"/>
                </a:solidFill>
                <a:latin typeface="menlo" panose="020B0609030804020204"/>
                <a:ea typeface="menlo" panose="020B0609030804020204"/>
              </a:rPr>
              <a:t>-&gt;process</a:t>
            </a:r>
            <a:r>
              <a:rPr sz="1600" b="0">
                <a:solidFill>
                  <a:srgbClr val="383A42"/>
                </a:solidFill>
                <a:latin typeface="menlo" panose="020B0609030804020204"/>
                <a:ea typeface="menlo" panose="020B0609030804020204"/>
              </a:rPr>
              <a:t>();</a:t>
            </a:r>
            <a:r>
              <a:rPr sz="1600" b="0">
                <a:solidFill>
                  <a:srgbClr val="0F1115"/>
                </a:solidFill>
                <a:latin typeface="menlo" panose="020B0609030804020204"/>
                <a:ea typeface="menlo" panose="020B0609030804020204"/>
              </a:rPr>
              <a:t>        </a:t>
            </a:r>
            <a:r>
              <a:rPr sz="1600" b="0" i="1">
                <a:solidFill>
                  <a:srgbClr val="A0A1A7"/>
                </a:solidFill>
                <a:latin typeface="menlo" panose="020B0609030804020204"/>
                <a:ea typeface="menlo" panose="020B0609030804020204"/>
              </a:rPr>
              <a:t>// 不能复制，只能移动</a:t>
            </a:r>
            <a:r>
              <a:rPr sz="1600" b="0">
                <a:solidFill>
                  <a:srgbClr val="0F1115"/>
                </a:solidFill>
                <a:latin typeface="menlo" panose="020B0609030804020204"/>
                <a:ea typeface="menlo" panose="020B0609030804020204"/>
              </a:rPr>
              <a:t>    </a:t>
            </a:r>
            <a:endParaRPr sz="1600" b="0">
              <a:solidFill>
                <a:srgbClr val="0F1115"/>
              </a:solidFill>
              <a:latin typeface="menlo" panose="020B0609030804020204"/>
              <a:ea typeface="menlo" panose="020B0609030804020204"/>
            </a:endParaRPr>
          </a:p>
          <a:p>
            <a:pPr marL="0" indent="457200" latinLnBrk="1">
              <a:lnSpc>
                <a:spcPts val="2200"/>
              </a:lnSpc>
              <a:spcBef>
                <a:spcPct val="0"/>
              </a:spcBef>
              <a:spcAft>
                <a:spcPct val="0"/>
              </a:spcAft>
            </a:pPr>
            <a:r>
              <a:rPr sz="1600" b="0" i="1">
                <a:solidFill>
                  <a:srgbClr val="A0A1A7"/>
                </a:solidFill>
                <a:latin typeface="menlo" panose="020B0609030804020204"/>
                <a:ea typeface="menlo" panose="020B0609030804020204"/>
              </a:rPr>
              <a:t>// std::unique_ptr&lt;Widget&gt; ptr2 = ptr1;  // ❌ 编译错误</a:t>
            </a:r>
            <a:r>
              <a:rPr sz="1600" b="0">
                <a:solidFill>
                  <a:srgbClr val="0F1115"/>
                </a:solidFill>
                <a:latin typeface="menlo" panose="020B0609030804020204"/>
                <a:ea typeface="menlo" panose="020B0609030804020204"/>
              </a:rPr>
              <a:t>    </a:t>
            </a:r>
            <a:endParaRPr sz="1600" b="0">
              <a:solidFill>
                <a:srgbClr val="0F1115"/>
              </a:solidFill>
              <a:latin typeface="menlo" panose="020B0609030804020204"/>
              <a:ea typeface="menlo" panose="020B0609030804020204"/>
            </a:endParaRPr>
          </a:p>
          <a:p>
            <a:pPr marL="0" indent="457200" latinLnBrk="1">
              <a:lnSpc>
                <a:spcPts val="2200"/>
              </a:lnSpc>
              <a:spcBef>
                <a:spcPct val="0"/>
              </a:spcBef>
              <a:spcAft>
                <a:spcPct val="0"/>
              </a:spcAft>
            </a:pPr>
            <a:r>
              <a:rPr sz="1600" b="0">
                <a:solidFill>
                  <a:srgbClr val="0F1115"/>
                </a:solidFill>
                <a:latin typeface="menlo" panose="020B0609030804020204"/>
                <a:ea typeface="menlo" panose="020B0609030804020204"/>
              </a:rPr>
              <a:t>std</a:t>
            </a:r>
            <a:r>
              <a:rPr sz="1600" b="0">
                <a:solidFill>
                  <a:srgbClr val="383A42"/>
                </a:solidFill>
                <a:latin typeface="menlo" panose="020B0609030804020204"/>
                <a:ea typeface="menlo" panose="020B0609030804020204"/>
              </a:rPr>
              <a:t>::</a:t>
            </a:r>
            <a:r>
              <a:rPr sz="1600" b="0">
                <a:solidFill>
                  <a:srgbClr val="0F1115"/>
                </a:solidFill>
                <a:latin typeface="menlo" panose="020B0609030804020204"/>
                <a:ea typeface="menlo" panose="020B0609030804020204"/>
              </a:rPr>
              <a:t>unique_ptr</a:t>
            </a:r>
            <a:r>
              <a:rPr sz="1600" b="0">
                <a:solidFill>
                  <a:srgbClr val="4078F2"/>
                </a:solidFill>
                <a:latin typeface="menlo" panose="020B0609030804020204"/>
                <a:ea typeface="menlo" panose="020B0609030804020204"/>
              </a:rPr>
              <a:t>&lt;</a:t>
            </a:r>
            <a:r>
              <a:rPr sz="1600" b="0">
                <a:solidFill>
                  <a:srgbClr val="0F1115"/>
                </a:solidFill>
                <a:latin typeface="menlo" panose="020B0609030804020204"/>
                <a:ea typeface="menlo" panose="020B0609030804020204"/>
              </a:rPr>
              <a:t>Widget</a:t>
            </a:r>
            <a:r>
              <a:rPr sz="1600" b="0">
                <a:solidFill>
                  <a:srgbClr val="4078F2"/>
                </a:solidFill>
                <a:latin typeface="menlo" panose="020B0609030804020204"/>
                <a:ea typeface="menlo" panose="020B0609030804020204"/>
              </a:rPr>
              <a:t>&gt;</a:t>
            </a:r>
            <a:r>
              <a:rPr sz="1600" b="0">
                <a:solidFill>
                  <a:srgbClr val="0F1115"/>
                </a:solidFill>
                <a:latin typeface="menlo" panose="020B0609030804020204"/>
                <a:ea typeface="menlo" panose="020B0609030804020204"/>
              </a:rPr>
              <a:t> ptr2 </a:t>
            </a:r>
            <a:r>
              <a:rPr sz="1600" b="0">
                <a:solidFill>
                  <a:srgbClr val="4078F2"/>
                </a:solidFill>
                <a:latin typeface="menlo" panose="020B0609030804020204"/>
                <a:ea typeface="menlo" panose="020B0609030804020204"/>
              </a:rPr>
              <a:t>=</a:t>
            </a:r>
            <a:r>
              <a:rPr sz="1600" b="0">
                <a:solidFill>
                  <a:srgbClr val="0F1115"/>
                </a:solidFill>
                <a:latin typeface="menlo" panose="020B0609030804020204"/>
                <a:ea typeface="menlo" panose="020B0609030804020204"/>
              </a:rPr>
              <a:t> std</a:t>
            </a:r>
            <a:r>
              <a:rPr sz="1600" b="0">
                <a:solidFill>
                  <a:srgbClr val="383A42"/>
                </a:solidFill>
                <a:latin typeface="menlo" panose="020B0609030804020204"/>
                <a:ea typeface="menlo" panose="020B0609030804020204"/>
              </a:rPr>
              <a:t>::</a:t>
            </a:r>
            <a:r>
              <a:rPr sz="1600" b="0">
                <a:solidFill>
                  <a:srgbClr val="4078F2"/>
                </a:solidFill>
                <a:latin typeface="menlo" panose="020B0609030804020204"/>
                <a:ea typeface="menlo" panose="020B0609030804020204"/>
              </a:rPr>
              <a:t>move</a:t>
            </a:r>
            <a:r>
              <a:rPr sz="1600" b="0">
                <a:solidFill>
                  <a:srgbClr val="383A42"/>
                </a:solidFill>
                <a:latin typeface="menlo" panose="020B0609030804020204"/>
                <a:ea typeface="menlo" panose="020B0609030804020204"/>
              </a:rPr>
              <a:t>(</a:t>
            </a:r>
            <a:r>
              <a:rPr sz="1600" b="0">
                <a:solidFill>
                  <a:srgbClr val="0F1115"/>
                </a:solidFill>
                <a:latin typeface="menlo" panose="020B0609030804020204"/>
                <a:ea typeface="menlo" panose="020B0609030804020204"/>
              </a:rPr>
              <a:t>ptr1</a:t>
            </a:r>
            <a:r>
              <a:rPr sz="1600" b="0">
                <a:solidFill>
                  <a:srgbClr val="383A42"/>
                </a:solidFill>
                <a:latin typeface="menlo" panose="020B0609030804020204"/>
                <a:ea typeface="menlo" panose="020B0609030804020204"/>
              </a:rPr>
              <a:t>);</a:t>
            </a:r>
            <a:r>
              <a:rPr sz="1600" b="0">
                <a:solidFill>
                  <a:srgbClr val="0F1115"/>
                </a:solidFill>
                <a:latin typeface="menlo" panose="020B0609030804020204"/>
                <a:ea typeface="menlo" panose="020B0609030804020204"/>
              </a:rPr>
              <a:t>  </a:t>
            </a:r>
            <a:r>
              <a:rPr sz="1600" b="0" i="1">
                <a:solidFill>
                  <a:srgbClr val="A0A1A7"/>
                </a:solidFill>
                <a:latin typeface="menlo" panose="020B0609030804020204"/>
                <a:ea typeface="menlo" panose="020B0609030804020204"/>
              </a:rPr>
              <a:t>// ✅ 转移所有权</a:t>
            </a:r>
            <a:r>
              <a:rPr lang="en-US" sz="1600" b="0" i="1">
                <a:solidFill>
                  <a:srgbClr val="A0A1A7"/>
                </a:solidFill>
                <a:latin typeface="menlo" panose="020B0609030804020204"/>
                <a:ea typeface="menlo" panose="020B0609030804020204"/>
              </a:rPr>
              <a:t>，</a:t>
            </a:r>
            <a:r>
              <a:rPr lang="zh-CN" altLang="en-US" sz="1600" b="0" i="1">
                <a:solidFill>
                  <a:srgbClr val="A0A1A7"/>
                </a:solidFill>
                <a:latin typeface="menlo" panose="020B0609030804020204"/>
                <a:ea typeface="menlo" panose="020B0609030804020204"/>
              </a:rPr>
              <a:t>同时</a:t>
            </a:r>
            <a:r>
              <a:rPr lang="zh-CN" altLang="en-US" sz="1600" b="0">
                <a:solidFill>
                  <a:srgbClr val="FF0000"/>
                </a:solidFill>
                <a:latin typeface="menlo" panose="020B0609030804020204"/>
                <a:ea typeface="menlo" panose="020B0609030804020204"/>
              </a:rPr>
              <a:t>将</a:t>
            </a:r>
            <a:r>
              <a:rPr lang="en-US" altLang="zh-CN" sz="1600" b="0">
                <a:solidFill>
                  <a:srgbClr val="FF0000"/>
                </a:solidFill>
                <a:latin typeface="menlo" panose="020B0609030804020204"/>
                <a:ea typeface="menlo" panose="020B0609030804020204"/>
              </a:rPr>
              <a:t>ptr1</a:t>
            </a:r>
            <a:r>
              <a:rPr lang="zh-CN" altLang="en-US" sz="1600" b="0">
                <a:solidFill>
                  <a:srgbClr val="FF0000"/>
                </a:solidFill>
                <a:latin typeface="menlo" panose="020B0609030804020204"/>
                <a:ea typeface="menlo" panose="020B0609030804020204"/>
              </a:rPr>
              <a:t>清零</a:t>
            </a:r>
            <a:r>
              <a:rPr sz="1600" b="0">
                <a:solidFill>
                  <a:srgbClr val="0F1115"/>
                </a:solidFill>
                <a:latin typeface="menlo" panose="020B0609030804020204"/>
                <a:ea typeface="menlo" panose="020B0609030804020204"/>
              </a:rPr>
              <a:t>      </a:t>
            </a:r>
            <a:endParaRPr sz="1600" b="0">
              <a:solidFill>
                <a:srgbClr val="0F1115"/>
              </a:solidFill>
              <a:latin typeface="menlo" panose="020B0609030804020204"/>
              <a:ea typeface="menlo" panose="020B0609030804020204"/>
            </a:endParaRPr>
          </a:p>
          <a:p>
            <a:pPr marL="0" indent="457200" latinLnBrk="1">
              <a:lnSpc>
                <a:spcPts val="2200"/>
              </a:lnSpc>
              <a:spcBef>
                <a:spcPct val="0"/>
              </a:spcBef>
              <a:spcAft>
                <a:spcPct val="0"/>
              </a:spcAft>
            </a:pPr>
            <a:r>
              <a:rPr sz="1600" b="0">
                <a:solidFill>
                  <a:srgbClr val="A626A4"/>
                </a:solidFill>
                <a:latin typeface="menlo" panose="020B0609030804020204"/>
                <a:ea typeface="menlo" panose="020B0609030804020204"/>
              </a:rPr>
              <a:t>if</a:t>
            </a:r>
            <a:r>
              <a:rPr sz="1600" b="0">
                <a:solidFill>
                  <a:srgbClr val="383A42"/>
                </a:solidFill>
                <a:latin typeface="menlo" panose="020B0609030804020204"/>
                <a:ea typeface="menlo" panose="020B0609030804020204"/>
              </a:rPr>
              <a:t>(</a:t>
            </a:r>
            <a:r>
              <a:rPr sz="1600" b="0">
                <a:solidFill>
                  <a:srgbClr val="4078F2"/>
                </a:solidFill>
                <a:latin typeface="menlo" panose="020B0609030804020204"/>
                <a:ea typeface="menlo" panose="020B0609030804020204"/>
              </a:rPr>
              <a:t>!</a:t>
            </a:r>
            <a:r>
              <a:rPr sz="1600" b="0">
                <a:solidFill>
                  <a:srgbClr val="0F1115"/>
                </a:solidFill>
                <a:latin typeface="menlo" panose="020B0609030804020204"/>
                <a:ea typeface="menlo" panose="020B0609030804020204"/>
              </a:rPr>
              <a:t>ptr1</a:t>
            </a:r>
            <a:r>
              <a:rPr sz="1600" b="0">
                <a:solidFill>
                  <a:srgbClr val="383A42"/>
                </a:solidFill>
                <a:latin typeface="menlo" panose="020B0609030804020204"/>
                <a:ea typeface="menlo" panose="020B0609030804020204"/>
              </a:rPr>
              <a:t>){</a:t>
            </a:r>
            <a:r>
              <a:rPr sz="1600" b="0">
                <a:solidFill>
                  <a:srgbClr val="0F1115"/>
                </a:solidFill>
                <a:latin typeface="menlo" panose="020B0609030804020204"/>
                <a:ea typeface="menlo" panose="020B0609030804020204"/>
              </a:rPr>
              <a:t>        std</a:t>
            </a:r>
            <a:r>
              <a:rPr sz="1600" b="0">
                <a:solidFill>
                  <a:srgbClr val="383A42"/>
                </a:solidFill>
                <a:latin typeface="menlo" panose="020B0609030804020204"/>
                <a:ea typeface="menlo" panose="020B0609030804020204"/>
              </a:rPr>
              <a:t>::</a:t>
            </a:r>
            <a:r>
              <a:rPr sz="1600" b="0">
                <a:solidFill>
                  <a:srgbClr val="0F1115"/>
                </a:solidFill>
                <a:latin typeface="menlo" panose="020B0609030804020204"/>
                <a:ea typeface="menlo" panose="020B0609030804020204"/>
              </a:rPr>
              <a:t>cout </a:t>
            </a:r>
            <a:r>
              <a:rPr sz="1600" b="0">
                <a:solidFill>
                  <a:srgbClr val="4078F2"/>
                </a:solidFill>
                <a:latin typeface="menlo" panose="020B0609030804020204"/>
                <a:ea typeface="menlo" panose="020B0609030804020204"/>
              </a:rPr>
              <a:t>&lt;&lt;</a:t>
            </a:r>
            <a:r>
              <a:rPr sz="1600" b="0">
                <a:solidFill>
                  <a:srgbClr val="50A14F"/>
                </a:solidFill>
                <a:latin typeface="menlo" panose="020B0609030804020204"/>
                <a:ea typeface="menlo" panose="020B0609030804020204"/>
              </a:rPr>
              <a:t>"ptr1 已空"</a:t>
            </a:r>
            <a:r>
              <a:rPr sz="1600" b="0">
                <a:solidFill>
                  <a:srgbClr val="4078F2"/>
                </a:solidFill>
                <a:latin typeface="menlo" panose="020B0609030804020204"/>
                <a:ea typeface="menlo" panose="020B0609030804020204"/>
              </a:rPr>
              <a:t>&lt;&lt;</a:t>
            </a:r>
            <a:r>
              <a:rPr sz="1600" b="0">
                <a:solidFill>
                  <a:srgbClr val="0F1115"/>
                </a:solidFill>
                <a:latin typeface="menlo" panose="020B0609030804020204"/>
                <a:ea typeface="menlo" panose="020B0609030804020204"/>
              </a:rPr>
              <a:t> std</a:t>
            </a:r>
            <a:r>
              <a:rPr sz="1600" b="0">
                <a:solidFill>
                  <a:srgbClr val="383A42"/>
                </a:solidFill>
                <a:latin typeface="menlo" panose="020B0609030804020204"/>
                <a:ea typeface="menlo" panose="020B0609030804020204"/>
              </a:rPr>
              <a:t>::</a:t>
            </a:r>
            <a:r>
              <a:rPr sz="1600" b="0">
                <a:solidFill>
                  <a:srgbClr val="0F1115"/>
                </a:solidFill>
                <a:latin typeface="menlo" panose="020B0609030804020204"/>
                <a:ea typeface="menlo" panose="020B0609030804020204"/>
              </a:rPr>
              <a:t>endl</a:t>
            </a:r>
            <a:r>
              <a:rPr sz="1600" b="0">
                <a:solidFill>
                  <a:srgbClr val="383A42"/>
                </a:solidFill>
                <a:latin typeface="menlo" panose="020B0609030804020204"/>
                <a:ea typeface="menlo" panose="020B0609030804020204"/>
              </a:rPr>
              <a:t>;</a:t>
            </a:r>
            <a:r>
              <a:rPr sz="1600" b="0">
                <a:solidFill>
                  <a:srgbClr val="0F1115"/>
                </a:solidFill>
                <a:latin typeface="menlo" panose="020B0609030804020204"/>
                <a:ea typeface="menlo" panose="020B0609030804020204"/>
              </a:rPr>
              <a:t>    </a:t>
            </a:r>
            <a:r>
              <a:rPr sz="1600" b="0">
                <a:solidFill>
                  <a:srgbClr val="383A42"/>
                </a:solidFill>
                <a:latin typeface="menlo" panose="020B0609030804020204"/>
                <a:ea typeface="menlo" panose="020B0609030804020204"/>
              </a:rPr>
              <a:t>}</a:t>
            </a:r>
            <a:r>
              <a:rPr sz="1600" b="0">
                <a:solidFill>
                  <a:srgbClr val="0F1115"/>
                </a:solidFill>
                <a:latin typeface="menlo" panose="020B0609030804020204"/>
                <a:ea typeface="menlo" panose="020B0609030804020204"/>
              </a:rPr>
              <a:t>        </a:t>
            </a:r>
            <a:endParaRPr sz="1600" b="0">
              <a:solidFill>
                <a:srgbClr val="0F1115"/>
              </a:solidFill>
              <a:latin typeface="menlo" panose="020B0609030804020204"/>
              <a:ea typeface="menlo" panose="020B0609030804020204"/>
            </a:endParaRPr>
          </a:p>
          <a:p>
            <a:pPr marL="0" indent="457200" latinLnBrk="1">
              <a:lnSpc>
                <a:spcPts val="2200"/>
              </a:lnSpc>
              <a:spcBef>
                <a:spcPct val="0"/>
              </a:spcBef>
              <a:spcAft>
                <a:spcPct val="0"/>
              </a:spcAft>
            </a:pPr>
            <a:r>
              <a:rPr sz="1600" b="0">
                <a:solidFill>
                  <a:srgbClr val="0F1115"/>
                </a:solidFill>
                <a:latin typeface="menlo" panose="020B0609030804020204"/>
                <a:ea typeface="menlo" panose="020B0609030804020204"/>
              </a:rPr>
              <a:t>ptr2</a:t>
            </a:r>
            <a:r>
              <a:rPr sz="1600" b="0">
                <a:solidFill>
                  <a:srgbClr val="4078F2"/>
                </a:solidFill>
                <a:latin typeface="menlo" panose="020B0609030804020204"/>
                <a:ea typeface="menlo" panose="020B0609030804020204"/>
              </a:rPr>
              <a:t>-&gt;process</a:t>
            </a:r>
            <a:r>
              <a:rPr sz="1600" b="0">
                <a:solidFill>
                  <a:srgbClr val="383A42"/>
                </a:solidFill>
                <a:latin typeface="menlo" panose="020B0609030804020204"/>
                <a:ea typeface="menlo" panose="020B0609030804020204"/>
              </a:rPr>
              <a:t>();</a:t>
            </a:r>
            <a:r>
              <a:rPr sz="1600" b="0">
                <a:solidFill>
                  <a:srgbClr val="0F1115"/>
                </a:solidFill>
                <a:latin typeface="menlo" panose="020B0609030804020204"/>
                <a:ea typeface="menlo" panose="020B0609030804020204"/>
              </a:rPr>
              <a:t>        </a:t>
            </a:r>
            <a:endParaRPr sz="1600" b="0">
              <a:solidFill>
                <a:srgbClr val="0F1115"/>
              </a:solidFill>
              <a:latin typeface="menlo" panose="020B0609030804020204"/>
              <a:ea typeface="menlo" panose="020B0609030804020204"/>
            </a:endParaRPr>
          </a:p>
          <a:p>
            <a:pPr marL="0" indent="457200" latinLnBrk="1">
              <a:lnSpc>
                <a:spcPts val="2200"/>
              </a:lnSpc>
              <a:spcBef>
                <a:spcPct val="0"/>
              </a:spcBef>
              <a:spcAft>
                <a:spcPct val="0"/>
              </a:spcAft>
            </a:pPr>
            <a:r>
              <a:rPr sz="1600" b="0" i="1">
                <a:solidFill>
                  <a:srgbClr val="A0A1A7"/>
                </a:solidFill>
                <a:latin typeface="menlo" panose="020B0609030804020204"/>
                <a:ea typeface="menlo" panose="020B0609030804020204"/>
              </a:rPr>
              <a:t>// 自动释放，离开作用域时自动销毁</a:t>
            </a:r>
            <a:endParaRPr sz="1600" b="0" i="1">
              <a:solidFill>
                <a:srgbClr val="A0A1A7"/>
              </a:solidFill>
              <a:latin typeface="menlo" panose="020B0609030804020204"/>
              <a:ea typeface="menlo" panose="020B0609030804020204"/>
            </a:endParaRPr>
          </a:p>
          <a:p>
            <a:pPr marL="0" indent="0" latinLnBrk="1">
              <a:lnSpc>
                <a:spcPts val="2200"/>
              </a:lnSpc>
              <a:spcBef>
                <a:spcPct val="0"/>
              </a:spcBef>
              <a:spcAft>
                <a:spcPct val="0"/>
              </a:spcAft>
            </a:pPr>
            <a:r>
              <a:rPr sz="1600" b="0">
                <a:solidFill>
                  <a:srgbClr val="383A42"/>
                </a:solidFill>
                <a:latin typeface="menlo" panose="020B0609030804020204"/>
                <a:ea typeface="menlo" panose="020B0609030804020204"/>
              </a:rPr>
              <a:t>}</a:t>
            </a:r>
            <a:endParaRPr sz="1600" b="0">
              <a:solidFill>
                <a:srgbClr val="383A42"/>
              </a:solidFill>
              <a:latin typeface="menlo" panose="020B0609030804020204"/>
              <a:ea typeface="menlo" panose="020B0609030804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t>共享</a:t>
            </a:r>
            <a:r>
              <a:rPr lang="zh-CN" altLang="en-US"/>
              <a:t>指针</a:t>
            </a:r>
            <a:endParaRPr lang="zh-CN" altLang="en-US"/>
          </a:p>
        </p:txBody>
      </p:sp>
      <p:sp>
        <p:nvSpPr>
          <p:cNvPr id="3" name="Content Placeholder 2"/>
          <p:cNvSpPr>
            <a:spLocks noGrp="1"/>
          </p:cNvSpPr>
          <p:nvPr>
            <p:ph idx="1"/>
          </p:nvPr>
        </p:nvSpPr>
        <p:spPr/>
        <p:txBody>
          <a:bodyPr/>
          <a:p>
            <a:r>
              <a:rPr lang="zh-CN" altLang="en-US"/>
              <a:t>优点：</a:t>
            </a:r>
            <a:endParaRPr lang="zh-CN" altLang="en-US"/>
          </a:p>
          <a:p>
            <a:pPr lvl="1"/>
            <a:r>
              <a:rPr lang="zh-CN" altLang="en-US"/>
              <a:t>升级封装的智能指针，允许对象被共享访问</a:t>
            </a:r>
            <a:endParaRPr lang="zh-CN" altLang="en-US"/>
          </a:p>
          <a:p>
            <a:pPr lvl="1"/>
            <a:r>
              <a:rPr lang="zh-CN" altLang="en-US"/>
              <a:t>借助构造函数和析构函数自动管理共享指针的引用计数，只用分配一次</a:t>
            </a:r>
            <a:r>
              <a:rPr lang="en-US" altLang="zh-CN"/>
              <a:t>；</a:t>
            </a:r>
            <a:r>
              <a:rPr lang="zh-CN" altLang="en-US"/>
              <a:t>当计数为</a:t>
            </a:r>
            <a:r>
              <a:rPr lang="en-US" altLang="en-US"/>
              <a:t>0</a:t>
            </a:r>
            <a:r>
              <a:rPr lang="zh-CN" altLang="en-US"/>
              <a:t>时自动释放</a:t>
            </a:r>
            <a:r>
              <a:rPr lang="zh-CN" altLang="en-US"/>
              <a:t>内存。</a:t>
            </a:r>
            <a:endParaRPr lang="zh-CN" altLang="en-US"/>
          </a:p>
          <a:p>
            <a:r>
              <a:rPr lang="zh-CN" altLang="en-US"/>
              <a:t>缺点：</a:t>
            </a:r>
            <a:endParaRPr lang="zh-CN" altLang="en-US"/>
          </a:p>
          <a:p>
            <a:pPr lvl="1"/>
            <a:r>
              <a:rPr lang="zh-CN" altLang="en-US"/>
              <a:t>需要人工选择共享指针</a:t>
            </a:r>
            <a:endParaRPr lang="en-US" altLang="zh-CN"/>
          </a:p>
        </p:txBody>
      </p:sp>
      <p:sp>
        <p:nvSpPr>
          <p:cNvPr id="4" name="Text Box 3"/>
          <p:cNvSpPr txBox="1"/>
          <p:nvPr/>
        </p:nvSpPr>
        <p:spPr>
          <a:xfrm>
            <a:off x="3810000" y="3733800"/>
            <a:ext cx="5855335" cy="2584450"/>
          </a:xfrm>
          <a:prstGeom prst="rect">
            <a:avLst/>
          </a:prstGeom>
          <a:noFill/>
          <a:ln w="12700" cmpd="sng">
            <a:solidFill>
              <a:schemeClr val="accent1">
                <a:shade val="50000"/>
              </a:schemeClr>
            </a:solidFill>
            <a:prstDash val="sysDot"/>
          </a:ln>
        </p:spPr>
        <p:txBody>
          <a:bodyPr wrap="square" rtlCol="0">
            <a:spAutoFit/>
          </a:bodyPr>
          <a:p>
            <a:pPr algn="l"/>
            <a:r>
              <a:rPr lang="en-US" altLang="en-US" sz="1800" b="0" dirty="0" smtClean="0">
                <a:latin typeface="Calibri" pitchFamily="34" charset="0"/>
              </a:rPr>
              <a:t>int send_request() {</a:t>
            </a:r>
            <a:endParaRPr lang="en-US" altLang="en-US" sz="1800" b="0" dirty="0" smtClean="0">
              <a:latin typeface="Calibri" pitchFamily="34" charset="0"/>
            </a:endParaRPr>
          </a:p>
          <a:p>
            <a:pPr algn="l"/>
            <a:r>
              <a:rPr lang="en-US" altLang="en-US" sz="1800" b="0" dirty="0" smtClean="0">
                <a:latin typeface="Calibri" pitchFamily="34" charset="0"/>
              </a:rPr>
              <a:t>    size_t n = read_size();</a:t>
            </a:r>
            <a:endParaRPr lang="en-US" altLang="en-US" sz="1800" b="0" dirty="0" smtClean="0">
              <a:latin typeface="Calibri" pitchFamily="34" charset="0"/>
            </a:endParaRPr>
          </a:p>
          <a:p>
            <a:pPr algn="l"/>
            <a:r>
              <a:rPr lang="en-US" altLang="en-US" sz="1800" b="0" dirty="0" smtClean="0">
                <a:latin typeface="Calibri" pitchFamily="34" charset="0"/>
              </a:rPr>
              <a:t>    auto elements = </a:t>
            </a:r>
            <a:r>
              <a:rPr lang="en-US" altLang="en-US" sz="1800" dirty="0" smtClean="0">
                <a:solidFill>
                  <a:srgbClr val="FF0000"/>
                </a:solidFill>
                <a:latin typeface="Calibri" pitchFamily="34" charset="0"/>
              </a:rPr>
              <a:t>std::make_shared</a:t>
            </a:r>
            <a:r>
              <a:rPr lang="en-US" altLang="en-US" sz="1800" b="0" dirty="0" smtClean="0">
                <a:latin typeface="Calibri" pitchFamily="34" charset="0"/>
              </a:rPr>
              <a:t>&lt;vector&lt;int&gt;&gt;();</a:t>
            </a:r>
            <a:endParaRPr lang="en-US" altLang="en-US" sz="1800" b="0" dirty="0" smtClean="0">
              <a:latin typeface="Calibri" pitchFamily="34" charset="0"/>
            </a:endParaRPr>
          </a:p>
          <a:p>
            <a:pPr algn="l"/>
            <a:endParaRPr lang="en-US" altLang="en-US" sz="1800" b="0" dirty="0" smtClean="0">
              <a:latin typeface="Calibri" pitchFamily="34" charset="0"/>
            </a:endParaRPr>
          </a:p>
          <a:p>
            <a:pPr algn="l"/>
            <a:r>
              <a:rPr lang="en-US" altLang="en-US" sz="1800" b="0" dirty="0" smtClean="0">
                <a:latin typeface="Calibri" pitchFamily="34" charset="0"/>
              </a:rPr>
              <a:t>    store_in_cache(elements);</a:t>
            </a:r>
            <a:endParaRPr lang="en-US" altLang="en-US" sz="1800" b="0" dirty="0" smtClean="0">
              <a:latin typeface="Calibri" pitchFamily="34" charset="0"/>
            </a:endParaRPr>
          </a:p>
          <a:p>
            <a:pPr algn="l"/>
            <a:r>
              <a:rPr lang="en-US" altLang="en-US" sz="1800" b="0" dirty="0" smtClean="0">
                <a:latin typeface="Calibri" pitchFamily="34" charset="0"/>
              </a:rPr>
              <a:t>    // process elements further</a:t>
            </a:r>
            <a:endParaRPr lang="en-US" altLang="en-US" sz="1800" b="0" dirty="0" smtClean="0">
              <a:latin typeface="Calibri" pitchFamily="34" charset="0"/>
            </a:endParaRPr>
          </a:p>
          <a:p>
            <a:pPr algn="l"/>
            <a:endParaRPr lang="en-US" altLang="en-US" sz="1800" b="0" dirty="0" smtClean="0">
              <a:latin typeface="Calibri" pitchFamily="34" charset="0"/>
            </a:endParaRPr>
          </a:p>
          <a:p>
            <a:pPr algn="l"/>
            <a:r>
              <a:rPr lang="en-US" altLang="en-US" sz="1800" b="0" dirty="0" smtClean="0">
                <a:latin typeface="Calibri" pitchFamily="34" charset="0"/>
              </a:rPr>
              <a:t>    return 0;</a:t>
            </a:r>
            <a:endParaRPr lang="en-US" altLang="en-US" sz="1800" b="0" dirty="0" smtClean="0">
              <a:latin typeface="Calibri" pitchFamily="34" charset="0"/>
            </a:endParaRPr>
          </a:p>
          <a:p>
            <a:pPr algn="l"/>
            <a:r>
              <a:rPr lang="en-US" altLang="en-US" sz="1800" b="0" dirty="0" smtClean="0">
                <a:latin typeface="Calibri" pitchFamily="34" charset="0"/>
              </a:rPr>
              <a:t>}</a:t>
            </a:r>
            <a:endParaRPr lang="en-US" altLang="en-US" sz="1800" b="0" dirty="0" smtClean="0">
              <a:latin typeface="Calibri"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t>自动内存回收</a:t>
            </a:r>
            <a:r>
              <a:rPr lang="en-US" altLang="zh-CN"/>
              <a:t>——</a:t>
            </a:r>
            <a:r>
              <a:rPr lang="zh-CN" altLang="en-US"/>
              <a:t>垃圾回收</a:t>
            </a:r>
            <a:endParaRPr lang="zh-CN" altLang="en-US"/>
          </a:p>
        </p:txBody>
      </p:sp>
      <p:sp>
        <p:nvSpPr>
          <p:cNvPr id="3" name="Content Placeholder 2"/>
          <p:cNvSpPr>
            <a:spLocks noGrp="1"/>
          </p:cNvSpPr>
          <p:nvPr>
            <p:ph idx="1"/>
          </p:nvPr>
        </p:nvSpPr>
        <p:spPr/>
        <p:txBody>
          <a:bodyPr/>
          <a:p>
            <a:r>
              <a:rPr lang="zh-CN" altLang="en-US" b="0"/>
              <a:t>前述方法都需要程序员参与决策</a:t>
            </a:r>
            <a:r>
              <a:rPr lang="en-US" altLang="zh-CN" b="0"/>
              <a:t>：</a:t>
            </a:r>
            <a:r>
              <a:rPr lang="zh-CN" altLang="en-US" b="0"/>
              <a:t>对于何种对象需要使用何种指针。</a:t>
            </a:r>
            <a:endParaRPr lang="zh-CN" altLang="en-US" b="0"/>
          </a:p>
          <a:p>
            <a:r>
              <a:rPr lang="zh-CN" altLang="en-US" b="0"/>
              <a:t>如果对于所有对象，都借助运行时实现自动内存管理，则程序员不再需要考虑这些细节。这称为</a:t>
            </a:r>
            <a:r>
              <a:rPr lang="zh-CN" altLang="en-US"/>
              <a:t>垃圾回收</a:t>
            </a:r>
            <a:r>
              <a:rPr lang="zh-CN" altLang="en-US" b="0"/>
              <a:t>。</a:t>
            </a:r>
            <a:endParaRPr lang="zh-CN" altLang="en-US" b="0"/>
          </a:p>
          <a:p>
            <a:pPr lvl="1"/>
            <a:r>
              <a:rPr lang="zh-CN" altLang="en-US" sz="2000" b="0"/>
              <a:t>基于</a:t>
            </a:r>
            <a:r>
              <a:rPr lang="zh-CN" altLang="en-US" sz="2000" b="1">
                <a:latin typeface="Arial Bold" panose="020B0704020202020204" charset="0"/>
              </a:rPr>
              <a:t>引用计数</a:t>
            </a:r>
            <a:r>
              <a:rPr lang="zh-CN" altLang="en-US" sz="2000" b="0"/>
              <a:t>的垃圾回收</a:t>
            </a:r>
            <a:r>
              <a:rPr lang="zh-CN" altLang="en-US" sz="2000" b="0"/>
              <a:t>方法</a:t>
            </a:r>
            <a:endParaRPr lang="zh-CN" altLang="en-US" sz="2000" b="0"/>
          </a:p>
          <a:p>
            <a:pPr lvl="1"/>
            <a:r>
              <a:rPr lang="zh-CN" altLang="en-US" sz="2000" b="0"/>
              <a:t>基于</a:t>
            </a:r>
            <a:r>
              <a:rPr lang="zh-CN" altLang="en-US" sz="2000" b="1"/>
              <a:t>标记</a:t>
            </a:r>
            <a:r>
              <a:rPr lang="en-US" altLang="zh-CN" sz="2000" b="1"/>
              <a:t>-</a:t>
            </a:r>
            <a:r>
              <a:rPr lang="zh-CN" altLang="en-US" sz="2000" b="1"/>
              <a:t>清除</a:t>
            </a:r>
            <a:r>
              <a:rPr lang="zh-CN" altLang="en-US" sz="2000" b="0"/>
              <a:t>的垃圾回收方法</a:t>
            </a:r>
            <a:endParaRPr lang="zh-CN" altLang="en-US" b="0"/>
          </a:p>
          <a:p>
            <a:endParaRPr lang="zh-CN" altLang="en-US" b="0"/>
          </a:p>
          <a:p>
            <a:endParaRPr lang="zh-CN" altLang="en-US" b="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t>基于引用计数的</a:t>
            </a:r>
            <a:r>
              <a:rPr lang="zh-CN" altLang="en-US"/>
              <a:t>垃圾回收</a:t>
            </a:r>
            <a:endParaRPr lang="zh-CN" altLang="en-US"/>
          </a:p>
        </p:txBody>
      </p:sp>
      <p:sp>
        <p:nvSpPr>
          <p:cNvPr id="3" name="Content Placeholder 2"/>
          <p:cNvSpPr>
            <a:spLocks noGrp="1"/>
          </p:cNvSpPr>
          <p:nvPr>
            <p:ph idx="1"/>
          </p:nvPr>
        </p:nvSpPr>
        <p:spPr/>
        <p:txBody>
          <a:bodyPr/>
          <a:p>
            <a:r>
              <a:rPr lang="zh-CN" altLang="en-US"/>
              <a:t>基本</a:t>
            </a:r>
            <a:r>
              <a:rPr lang="zh-CN" altLang="en-US"/>
              <a:t>原理</a:t>
            </a:r>
            <a:endParaRPr lang="zh-CN" altLang="en-US"/>
          </a:p>
          <a:p>
            <a:pPr lvl="1"/>
            <a:r>
              <a:rPr lang="zh-CN" altLang="en-US" b="1">
                <a:latin typeface="Arial Bold" panose="020B0704020202020204" charset="0"/>
              </a:rPr>
              <a:t>共享指针</a:t>
            </a:r>
            <a:r>
              <a:rPr lang="zh-CN" altLang="en-US"/>
              <a:t>的</a:t>
            </a:r>
            <a:r>
              <a:rPr lang="zh-CN" altLang="en-US"/>
              <a:t>扩展</a:t>
            </a:r>
            <a:endParaRPr lang="zh-CN" altLang="en-US"/>
          </a:p>
          <a:p>
            <a:pPr lvl="1"/>
            <a:r>
              <a:rPr lang="zh-CN" altLang="en-US">
                <a:solidFill>
                  <a:srgbClr val="FF0000"/>
                </a:solidFill>
              </a:rPr>
              <a:t>每个对象</a:t>
            </a:r>
            <a:r>
              <a:rPr lang="zh-CN" altLang="en-US"/>
              <a:t>都维护一个计数器，记录当前有多少个引用指向它。通过这个计数器的值来判断对象是否</a:t>
            </a:r>
            <a:r>
              <a:rPr lang="en-US" altLang="en-US"/>
              <a:t>“</a:t>
            </a:r>
            <a:r>
              <a:rPr lang="zh-CN" altLang="en-US"/>
              <a:t>存活</a:t>
            </a:r>
            <a:r>
              <a:rPr lang="en-US" altLang="en-US"/>
              <a:t>”</a:t>
            </a:r>
            <a:r>
              <a:rPr lang="zh-CN" altLang="en-US"/>
              <a:t>，并在计数器归零时立即回收对象。</a:t>
            </a:r>
            <a:endParaRPr lang="zh-CN" altLang="en-US"/>
          </a:p>
          <a:p>
            <a:pPr lvl="0"/>
            <a:r>
              <a:rPr lang="zh-CN" altLang="en-US" sz="2400"/>
              <a:t>基本过程</a:t>
            </a:r>
            <a:endParaRPr lang="zh-CN" altLang="en-US"/>
          </a:p>
          <a:p>
            <a:pPr lvl="1"/>
            <a:r>
              <a:rPr lang="zh-CN" altLang="en-US">
                <a:sym typeface="+mn-ea"/>
              </a:rPr>
              <a:t>计数规则：</a:t>
            </a:r>
            <a:endParaRPr lang="zh-CN" altLang="en-US">
              <a:sym typeface="+mn-ea"/>
            </a:endParaRPr>
          </a:p>
          <a:p>
            <a:pPr lvl="2"/>
            <a:r>
              <a:rPr lang="zh-CN" altLang="en-US">
                <a:sym typeface="+mn-ea"/>
              </a:rPr>
              <a:t>对象的内存头部有一个整型字段作为引用计数器。</a:t>
            </a:r>
            <a:endParaRPr lang="en-US" altLang="en-US">
              <a:sym typeface="+mn-ea"/>
            </a:endParaRPr>
          </a:p>
          <a:p>
            <a:pPr lvl="2"/>
            <a:r>
              <a:rPr lang="zh-CN" altLang="en-US">
                <a:sym typeface="+mn-ea"/>
              </a:rPr>
              <a:t>对象被创建或被赋值给一个</a:t>
            </a:r>
            <a:r>
              <a:rPr lang="zh-CN" altLang="en-US">
                <a:sym typeface="+mn-ea"/>
              </a:rPr>
              <a:t>引用变量时，计数器设置为</a:t>
            </a:r>
            <a:r>
              <a:rPr lang="en-US" altLang="en-US">
                <a:sym typeface="+mn-ea"/>
              </a:rPr>
              <a:t>1</a:t>
            </a:r>
            <a:r>
              <a:rPr lang="zh-CN" altLang="en-US">
                <a:sym typeface="+mn-ea"/>
              </a:rPr>
              <a:t>。</a:t>
            </a:r>
            <a:endParaRPr lang="en-US" altLang="en-US">
              <a:sym typeface="+mn-ea"/>
            </a:endParaRPr>
          </a:p>
          <a:p>
            <a:pPr lvl="2"/>
            <a:r>
              <a:rPr lang="zh-CN" altLang="en-US">
                <a:sym typeface="+mn-ea"/>
              </a:rPr>
              <a:t>新引用指向该对象时，计数器加</a:t>
            </a:r>
            <a:r>
              <a:rPr lang="en-US" altLang="en-US">
                <a:sym typeface="+mn-ea"/>
              </a:rPr>
              <a:t>1</a:t>
            </a:r>
            <a:r>
              <a:rPr lang="zh-CN" altLang="en-US">
                <a:sym typeface="+mn-ea"/>
              </a:rPr>
              <a:t>。</a:t>
            </a:r>
            <a:endParaRPr lang="en-US" altLang="en-US">
              <a:sym typeface="+mn-ea"/>
            </a:endParaRPr>
          </a:p>
          <a:p>
            <a:pPr lvl="2"/>
            <a:r>
              <a:rPr lang="zh-CN" altLang="en-US">
                <a:sym typeface="+mn-ea"/>
              </a:rPr>
              <a:t>引用被覆盖或超出作用域时，计数器减</a:t>
            </a:r>
            <a:r>
              <a:rPr lang="en-US" altLang="en-US">
                <a:sym typeface="+mn-ea"/>
              </a:rPr>
              <a:t>1</a:t>
            </a:r>
            <a:r>
              <a:rPr lang="zh-CN" altLang="en-US">
                <a:sym typeface="+mn-ea"/>
              </a:rPr>
              <a:t>。</a:t>
            </a:r>
            <a:endParaRPr lang="en-US" altLang="en-US">
              <a:sym typeface="+mn-ea"/>
            </a:endParaRPr>
          </a:p>
          <a:p>
            <a:pPr lvl="1"/>
            <a:r>
              <a:rPr lang="zh-CN" altLang="en-US">
                <a:sym typeface="+mn-ea"/>
              </a:rPr>
              <a:t>回收时机</a:t>
            </a:r>
            <a:endParaRPr lang="zh-CN" altLang="en-US">
              <a:sym typeface="+mn-ea"/>
            </a:endParaRPr>
          </a:p>
          <a:p>
            <a:pPr lvl="2"/>
            <a:r>
              <a:rPr lang="zh-CN" altLang="en-US">
                <a:sym typeface="+mn-ea"/>
              </a:rPr>
              <a:t>当对象的引用计数器变为</a:t>
            </a:r>
            <a:r>
              <a:rPr lang="en-US" altLang="en-US">
                <a:sym typeface="+mn-ea"/>
              </a:rPr>
              <a:t>0</a:t>
            </a:r>
            <a:r>
              <a:rPr lang="zh-CN" altLang="en-US">
                <a:sym typeface="+mn-ea"/>
              </a:rPr>
              <a:t>时，对象被立即销毁（内存被</a:t>
            </a:r>
            <a:r>
              <a:rPr lang="zh-CN" altLang="en-US">
                <a:sym typeface="+mn-ea"/>
              </a:rPr>
              <a:t>自动回收）</a:t>
            </a:r>
            <a:endParaRPr lang="zh-CN" altLang="en-US"/>
          </a:p>
          <a:p>
            <a:pPr lvl="1"/>
            <a:endParaRPr lang="zh-CN" altLang="en-US"/>
          </a:p>
          <a:p>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t>基于引用计数的</a:t>
            </a:r>
            <a:r>
              <a:rPr lang="zh-CN" altLang="en-US"/>
              <a:t>垃圾回收</a:t>
            </a:r>
            <a:endParaRPr lang="zh-CN" altLang="en-US"/>
          </a:p>
        </p:txBody>
      </p:sp>
      <p:sp>
        <p:nvSpPr>
          <p:cNvPr id="3" name="Content Placeholder 2"/>
          <p:cNvSpPr>
            <a:spLocks noGrp="1"/>
          </p:cNvSpPr>
          <p:nvPr>
            <p:ph idx="1"/>
          </p:nvPr>
        </p:nvSpPr>
        <p:spPr/>
        <p:txBody>
          <a:bodyPr/>
          <a:p>
            <a:r>
              <a:rPr lang="zh-CN" altLang="en-US"/>
              <a:t>例子</a:t>
            </a:r>
            <a:endParaRPr lang="zh-CN" altLang="en-US"/>
          </a:p>
          <a:p>
            <a:endParaRPr lang="zh-CN" altLang="en-US">
              <a:sym typeface="+mn-ea"/>
            </a:endParaRPr>
          </a:p>
          <a:p>
            <a:endParaRPr lang="zh-CN" altLang="en-US">
              <a:sym typeface="+mn-ea"/>
            </a:endParaRPr>
          </a:p>
          <a:p>
            <a:r>
              <a:rPr lang="zh-CN" altLang="en-US">
                <a:sym typeface="+mn-ea"/>
              </a:rPr>
              <a:t>优点</a:t>
            </a:r>
            <a:endParaRPr lang="zh-CN" altLang="en-US">
              <a:sym typeface="+mn-ea"/>
            </a:endParaRPr>
          </a:p>
          <a:p>
            <a:pPr lvl="1"/>
            <a:r>
              <a:rPr lang="zh-CN" altLang="en-US">
                <a:sym typeface="+mn-ea"/>
              </a:rPr>
              <a:t>思路</a:t>
            </a:r>
            <a:r>
              <a:rPr lang="zh-CN" altLang="en-US">
                <a:sym typeface="+mn-ea"/>
              </a:rPr>
              <a:t>简单</a:t>
            </a:r>
            <a:endParaRPr lang="zh-CN" altLang="en-US">
              <a:sym typeface="+mn-ea"/>
            </a:endParaRPr>
          </a:p>
          <a:p>
            <a:pPr lvl="1"/>
            <a:r>
              <a:rPr lang="zh-CN" altLang="en-US">
                <a:sym typeface="+mn-ea"/>
              </a:rPr>
              <a:t>实时</a:t>
            </a:r>
            <a:r>
              <a:rPr lang="zh-CN" altLang="en-US">
                <a:sym typeface="+mn-ea"/>
              </a:rPr>
              <a:t>回收</a:t>
            </a:r>
            <a:endParaRPr lang="zh-CN" altLang="en-US">
              <a:sym typeface="+mn-ea"/>
            </a:endParaRPr>
          </a:p>
          <a:p>
            <a:r>
              <a:rPr lang="zh-CN" altLang="en-US">
                <a:sym typeface="+mn-ea"/>
              </a:rPr>
              <a:t>缺点</a:t>
            </a:r>
            <a:endParaRPr lang="zh-CN" altLang="en-US">
              <a:sym typeface="+mn-ea"/>
            </a:endParaRPr>
          </a:p>
          <a:p>
            <a:pPr lvl="1"/>
            <a:r>
              <a:rPr lang="zh-CN" altLang="en-US"/>
              <a:t>无法处理循环</a:t>
            </a:r>
            <a:r>
              <a:rPr lang="zh-CN" altLang="en-US"/>
              <a:t>引用</a:t>
            </a:r>
            <a:endParaRPr lang="zh-CN" altLang="en-US"/>
          </a:p>
          <a:p>
            <a:pPr lvl="1"/>
            <a:endParaRPr lang="zh-CN" altLang="en-US"/>
          </a:p>
          <a:p>
            <a:endParaRPr lang="zh-CN" altLang="en-US"/>
          </a:p>
        </p:txBody>
      </p:sp>
      <p:pic>
        <p:nvPicPr>
          <p:cNvPr id="4" name="Picture 3"/>
          <p:cNvPicPr/>
          <p:nvPr/>
        </p:nvPicPr>
        <p:blipFill>
          <a:blip r:embed="rId1"/>
          <a:stretch>
            <a:fillRect/>
          </a:stretch>
        </p:blipFill>
        <p:spPr>
          <a:xfrm>
            <a:off x="5791200" y="3962400"/>
            <a:ext cx="4759960" cy="1981200"/>
          </a:xfrm>
          <a:prstGeom prst="rect">
            <a:avLst/>
          </a:prstGeom>
        </p:spPr>
      </p:pic>
      <p:sp>
        <p:nvSpPr>
          <p:cNvPr id="5" name="Text Box 4"/>
          <p:cNvSpPr txBox="1"/>
          <p:nvPr/>
        </p:nvSpPr>
        <p:spPr>
          <a:xfrm>
            <a:off x="1752600" y="1676400"/>
            <a:ext cx="7609840" cy="1198880"/>
          </a:xfrm>
          <a:prstGeom prst="rect">
            <a:avLst/>
          </a:prstGeom>
          <a:noFill/>
          <a:ln>
            <a:solidFill>
              <a:schemeClr val="accent1"/>
            </a:solidFill>
          </a:ln>
        </p:spPr>
        <p:txBody>
          <a:bodyPr wrap="square" rtlCol="0" anchor="t">
            <a:spAutoFit/>
          </a:bodyPr>
          <a:p>
            <a:r>
              <a:rPr lang="en-US" altLang="en-US" sz="1800" dirty="0" smtClean="0">
                <a:latin typeface="Calibri" pitchFamily="34" charset="0"/>
              </a:rPr>
              <a:t>obj1 = new Object()   	</a:t>
            </a:r>
            <a:r>
              <a:rPr lang="en-US" altLang="en-US" sz="1800" dirty="0" smtClean="0">
                <a:latin typeface="Calibri" pitchFamily="34" charset="0"/>
                <a:sym typeface="+mn-ea"/>
              </a:rPr>
              <a:t># </a:t>
            </a:r>
            <a:r>
              <a:rPr lang="zh-CN" altLang="en-US" sz="1800" dirty="0" smtClean="0">
                <a:latin typeface="Calibri" pitchFamily="34" charset="0"/>
                <a:sym typeface="+mn-ea"/>
              </a:rPr>
              <a:t>初始：创建对象，计数器</a:t>
            </a:r>
            <a:r>
              <a:rPr lang="en-US" altLang="en-US" sz="1800" dirty="0" smtClean="0">
                <a:latin typeface="Calibri" pitchFamily="34" charset="0"/>
                <a:sym typeface="+mn-ea"/>
              </a:rPr>
              <a:t> = 1</a:t>
            </a:r>
            <a:endParaRPr lang="en-US" altLang="en-US" sz="1800" dirty="0" smtClean="0">
              <a:latin typeface="Calibri" pitchFamily="34" charset="0"/>
            </a:endParaRPr>
          </a:p>
          <a:p>
            <a:r>
              <a:rPr lang="en-US" altLang="en-US" sz="1800" dirty="0" smtClean="0">
                <a:latin typeface="Calibri" pitchFamily="34" charset="0"/>
              </a:rPr>
              <a:t>obj2 = obj1  	</a:t>
            </a:r>
            <a:r>
              <a:rPr lang="en-US" altLang="en-US" sz="1800" dirty="0" smtClean="0">
                <a:latin typeface="Calibri" pitchFamily="34" charset="0"/>
                <a:sym typeface="+mn-ea"/>
              </a:rPr>
              <a:t># obj2 </a:t>
            </a:r>
            <a:r>
              <a:rPr lang="zh-CN" altLang="en-US" sz="1800" dirty="0" smtClean="0">
                <a:latin typeface="Calibri" pitchFamily="34" charset="0"/>
                <a:sym typeface="+mn-ea"/>
              </a:rPr>
              <a:t>也指向同一对象，计数器</a:t>
            </a:r>
            <a:r>
              <a:rPr lang="en-US" altLang="en-US" sz="1800" dirty="0" smtClean="0">
                <a:latin typeface="Calibri" pitchFamily="34" charset="0"/>
                <a:sym typeface="+mn-ea"/>
              </a:rPr>
              <a:t> = 2</a:t>
            </a:r>
            <a:endParaRPr lang="en-US" altLang="en-US" sz="1800" dirty="0" smtClean="0">
              <a:latin typeface="Calibri" pitchFamily="34" charset="0"/>
            </a:endParaRPr>
          </a:p>
          <a:p>
            <a:r>
              <a:rPr lang="en-US" altLang="en-US" sz="1800" dirty="0" smtClean="0">
                <a:latin typeface="Calibri" pitchFamily="34" charset="0"/>
              </a:rPr>
              <a:t>obj1 = null  	</a:t>
            </a:r>
            <a:r>
              <a:rPr lang="en-US" altLang="en-US" sz="1800" dirty="0" smtClean="0">
                <a:latin typeface="Calibri" pitchFamily="34" charset="0"/>
                <a:sym typeface="+mn-ea"/>
              </a:rPr>
              <a:t># obj1 </a:t>
            </a:r>
            <a:r>
              <a:rPr lang="zh-CN" altLang="en-US" sz="1800" dirty="0" smtClean="0">
                <a:latin typeface="Calibri" pitchFamily="34" charset="0"/>
                <a:sym typeface="+mn-ea"/>
              </a:rPr>
              <a:t>不再指向该对象，计数器</a:t>
            </a:r>
            <a:r>
              <a:rPr lang="en-US" altLang="en-US" sz="1800" dirty="0" smtClean="0">
                <a:latin typeface="Calibri" pitchFamily="34" charset="0"/>
                <a:sym typeface="+mn-ea"/>
              </a:rPr>
              <a:t> = 1</a:t>
            </a:r>
            <a:endParaRPr lang="en-US" altLang="en-US" sz="1800" dirty="0" smtClean="0">
              <a:latin typeface="Calibri" pitchFamily="34" charset="0"/>
            </a:endParaRPr>
          </a:p>
          <a:p>
            <a:r>
              <a:rPr lang="en-US" altLang="en-US" sz="1800" dirty="0" smtClean="0">
                <a:latin typeface="Calibri" pitchFamily="34" charset="0"/>
              </a:rPr>
              <a:t>obj2 = null  	</a:t>
            </a:r>
            <a:r>
              <a:rPr lang="en-US" altLang="en-US" sz="1800" dirty="0" smtClean="0">
                <a:latin typeface="Calibri" pitchFamily="34" charset="0"/>
                <a:sym typeface="+mn-ea"/>
              </a:rPr>
              <a:t># obj2 </a:t>
            </a:r>
            <a:r>
              <a:rPr lang="zh-CN" altLang="en-US" sz="1800" dirty="0" smtClean="0">
                <a:latin typeface="Calibri" pitchFamily="34" charset="0"/>
                <a:sym typeface="+mn-ea"/>
              </a:rPr>
              <a:t>不再指向该对象，计数器</a:t>
            </a:r>
            <a:r>
              <a:rPr lang="en-US" altLang="en-US" sz="1800" dirty="0" smtClean="0">
                <a:latin typeface="Calibri" pitchFamily="34" charset="0"/>
                <a:sym typeface="+mn-ea"/>
              </a:rPr>
              <a:t> = 0</a:t>
            </a:r>
            <a:r>
              <a:rPr lang="zh-CN" altLang="en-US" sz="1800" dirty="0" smtClean="0">
                <a:latin typeface="Calibri" pitchFamily="34" charset="0"/>
                <a:sym typeface="+mn-ea"/>
              </a:rPr>
              <a:t>，对象立即回收</a:t>
            </a:r>
            <a:endParaRPr lang="en-US" sz="1800" dirty="0" smtClean="0">
              <a:latin typeface="Calibri" pitchFamily="34" charset="0"/>
            </a:endParaRPr>
          </a:p>
        </p:txBody>
      </p:sp>
      <p:sp>
        <p:nvSpPr>
          <p:cNvPr id="6" name="Text Box 5"/>
          <p:cNvSpPr txBox="1"/>
          <p:nvPr/>
        </p:nvSpPr>
        <p:spPr>
          <a:xfrm>
            <a:off x="1828800" y="4648200"/>
            <a:ext cx="3963035" cy="2030095"/>
          </a:xfrm>
          <a:prstGeom prst="rect">
            <a:avLst/>
          </a:prstGeom>
          <a:noFill/>
          <a:ln>
            <a:solidFill>
              <a:schemeClr val="accent1"/>
            </a:solidFill>
          </a:ln>
        </p:spPr>
        <p:txBody>
          <a:bodyPr wrap="square" rtlCol="0" anchor="t">
            <a:spAutoFit/>
          </a:bodyPr>
          <a:p>
            <a:r>
              <a:rPr lang="en-US" altLang="en-US" sz="1800" dirty="0" smtClean="0">
                <a:latin typeface="Calibri" pitchFamily="34" charset="0"/>
              </a:rPr>
              <a:t># </a:t>
            </a:r>
            <a:r>
              <a:rPr lang="zh-CN" altLang="en-US" sz="1800" dirty="0" smtClean="0">
                <a:latin typeface="Calibri" pitchFamily="34" charset="0"/>
              </a:rPr>
              <a:t>创建两个对象</a:t>
            </a:r>
            <a:endParaRPr lang="zh-CN" altLang="en-US" sz="1800" dirty="0" smtClean="0">
              <a:latin typeface="Calibri" pitchFamily="34" charset="0"/>
            </a:endParaRPr>
          </a:p>
          <a:p>
            <a:r>
              <a:rPr lang="en-US" altLang="en-US" sz="1800" dirty="0" smtClean="0">
                <a:latin typeface="Calibri" pitchFamily="34" charset="0"/>
              </a:rPr>
              <a:t>a = new Object()  # </a:t>
            </a:r>
            <a:r>
              <a:rPr lang="zh-CN" altLang="en-US" sz="1800" dirty="0" smtClean="0">
                <a:latin typeface="Calibri" pitchFamily="34" charset="0"/>
              </a:rPr>
              <a:t>引用计数</a:t>
            </a:r>
            <a:r>
              <a:rPr lang="en-US" altLang="en-US" sz="1800" dirty="0" smtClean="0">
                <a:latin typeface="Calibri" pitchFamily="34" charset="0"/>
              </a:rPr>
              <a:t> a=1</a:t>
            </a:r>
            <a:endParaRPr lang="en-US" altLang="en-US" sz="1800" dirty="0" smtClean="0">
              <a:latin typeface="Calibri" pitchFamily="34" charset="0"/>
            </a:endParaRPr>
          </a:p>
          <a:p>
            <a:r>
              <a:rPr lang="en-US" altLang="en-US" sz="1800" dirty="0" smtClean="0">
                <a:latin typeface="Calibri" pitchFamily="34" charset="0"/>
              </a:rPr>
              <a:t>b = new Object()  # </a:t>
            </a:r>
            <a:r>
              <a:rPr lang="zh-CN" altLang="en-US" sz="1800" dirty="0" smtClean="0">
                <a:latin typeface="Calibri" pitchFamily="34" charset="0"/>
              </a:rPr>
              <a:t>引用计数</a:t>
            </a:r>
            <a:r>
              <a:rPr lang="en-US" altLang="en-US" sz="1800" dirty="0" smtClean="0">
                <a:latin typeface="Calibri" pitchFamily="34" charset="0"/>
              </a:rPr>
              <a:t> b=1</a:t>
            </a:r>
            <a:endParaRPr lang="en-US" altLang="en-US" sz="1800" dirty="0" smtClean="0">
              <a:latin typeface="Calibri" pitchFamily="34" charset="0"/>
            </a:endParaRPr>
          </a:p>
          <a:p>
            <a:endParaRPr lang="en-US" altLang="en-US" sz="1800" dirty="0" smtClean="0">
              <a:latin typeface="Calibri" pitchFamily="34" charset="0"/>
            </a:endParaRPr>
          </a:p>
          <a:p>
            <a:r>
              <a:rPr lang="en-US" altLang="en-US" sz="1800" dirty="0" smtClean="0">
                <a:latin typeface="Calibri" pitchFamily="34" charset="0"/>
              </a:rPr>
              <a:t># </a:t>
            </a:r>
            <a:r>
              <a:rPr lang="zh-CN" altLang="en-US" sz="1800" dirty="0" smtClean="0">
                <a:latin typeface="Calibri" pitchFamily="34" charset="0"/>
              </a:rPr>
              <a:t>互相引用</a:t>
            </a:r>
            <a:endParaRPr lang="zh-CN" altLang="en-US" sz="1800" dirty="0" smtClean="0">
              <a:latin typeface="Calibri" pitchFamily="34" charset="0"/>
            </a:endParaRPr>
          </a:p>
          <a:p>
            <a:r>
              <a:rPr lang="en-US" altLang="en-US" sz="1800" dirty="0" smtClean="0">
                <a:latin typeface="Calibri" pitchFamily="34" charset="0"/>
              </a:rPr>
              <a:t>a.ref = b         # b </a:t>
            </a:r>
            <a:r>
              <a:rPr lang="zh-CN" altLang="en-US" sz="1800" dirty="0" smtClean="0">
                <a:latin typeface="Calibri" pitchFamily="34" charset="0"/>
              </a:rPr>
              <a:t>的计数变为</a:t>
            </a:r>
            <a:r>
              <a:rPr lang="en-US" altLang="en-US" sz="1800" dirty="0" smtClean="0">
                <a:latin typeface="Calibri" pitchFamily="34" charset="0"/>
              </a:rPr>
              <a:t> 2</a:t>
            </a:r>
            <a:endParaRPr lang="en-US" altLang="en-US" sz="1800" dirty="0" smtClean="0">
              <a:latin typeface="Calibri" pitchFamily="34" charset="0"/>
            </a:endParaRPr>
          </a:p>
          <a:p>
            <a:r>
              <a:rPr lang="en-US" altLang="en-US" sz="1800" dirty="0" smtClean="0">
                <a:latin typeface="Calibri" pitchFamily="34" charset="0"/>
              </a:rPr>
              <a:t>b.ref = a         # a </a:t>
            </a:r>
            <a:r>
              <a:rPr lang="zh-CN" altLang="en-US" sz="1800" dirty="0" smtClean="0">
                <a:latin typeface="Calibri" pitchFamily="34" charset="0"/>
              </a:rPr>
              <a:t>的计数变为</a:t>
            </a:r>
            <a:r>
              <a:rPr lang="en-US" altLang="en-US" sz="1800" dirty="0" smtClean="0">
                <a:latin typeface="Calibri" pitchFamily="34" charset="0"/>
              </a:rPr>
              <a:t> 2</a:t>
            </a:r>
            <a:endParaRPr lang="en-US" sz="1800" dirty="0" smtClean="0">
              <a:latin typeface="Calibri"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t>基于标记</a:t>
            </a:r>
            <a:r>
              <a:rPr lang="en-US" altLang="zh-CN"/>
              <a:t>-</a:t>
            </a:r>
            <a:r>
              <a:rPr lang="zh-CN" altLang="en-US"/>
              <a:t>清除</a:t>
            </a:r>
            <a:r>
              <a:rPr lang="zh-CN" altLang="en-US"/>
              <a:t>的垃圾回收</a:t>
            </a:r>
            <a:endParaRPr lang="zh-CN" altLang="en-US"/>
          </a:p>
        </p:txBody>
      </p:sp>
      <p:sp>
        <p:nvSpPr>
          <p:cNvPr id="3" name="Content Placeholder 2"/>
          <p:cNvSpPr>
            <a:spLocks noGrp="1"/>
          </p:cNvSpPr>
          <p:nvPr>
            <p:ph idx="1"/>
          </p:nvPr>
        </p:nvSpPr>
        <p:spPr/>
        <p:txBody>
          <a:bodyPr/>
          <a:p>
            <a:r>
              <a:rPr lang="zh-CN" altLang="en-US"/>
              <a:t>程序员正在直接使用的对象（或者说</a:t>
            </a:r>
            <a:r>
              <a:rPr lang="zh-CN" altLang="en-US" b="1" i="1"/>
              <a:t>直接</a:t>
            </a:r>
            <a:r>
              <a:rPr lang="zh-CN" altLang="en-US" b="1"/>
              <a:t>活跃对象</a:t>
            </a:r>
            <a:r>
              <a:rPr lang="zh-CN" altLang="en-US"/>
              <a:t>），称为</a:t>
            </a:r>
            <a:r>
              <a:rPr lang="en-US" altLang="en-US" b="1"/>
              <a:t>GC roots</a:t>
            </a:r>
            <a:r>
              <a:rPr lang="zh-CN" altLang="en-US"/>
              <a:t>。从技术处理来说，这些通常是局部变量或者静态变量，作为识别引用的入口或根。</a:t>
            </a:r>
            <a:endParaRPr lang="zh-CN" altLang="en-US"/>
          </a:p>
          <a:p>
            <a:r>
              <a:rPr lang="zh-CN" altLang="en-US"/>
              <a:t>这些对象可能会进一步引用其他的对象，这些对象也是</a:t>
            </a:r>
            <a:r>
              <a:rPr lang="zh-CN" altLang="en-US" b="1"/>
              <a:t>活跃对象</a:t>
            </a:r>
            <a:r>
              <a:rPr lang="en-US" altLang="zh-CN" b="1"/>
              <a:t>。</a:t>
            </a:r>
            <a:endParaRPr lang="en-US" altLang="zh-CN" b="1"/>
          </a:p>
          <a:p>
            <a:r>
              <a:rPr lang="zh-CN" altLang="en-US"/>
              <a:t>没有任何引用或指针可以到达的对象，则是无法访问的对象，可以认为是</a:t>
            </a:r>
            <a:r>
              <a:rPr lang="zh-CN" altLang="en-US" b="1"/>
              <a:t>垃圾</a:t>
            </a:r>
            <a:r>
              <a:rPr lang="zh-CN" altLang="en-US"/>
              <a:t>，所以其占用的地址资源应该被回收</a:t>
            </a:r>
            <a:endParaRPr lang="zh-CN" altLang="en-US"/>
          </a:p>
        </p:txBody>
      </p:sp>
      <p:pic>
        <p:nvPicPr>
          <p:cNvPr id="4" name="Picture 3"/>
          <p:cNvPicPr>
            <a:picLocks noChangeAspect="1"/>
          </p:cNvPicPr>
          <p:nvPr/>
        </p:nvPicPr>
        <p:blipFill>
          <a:blip r:embed="rId1"/>
          <a:stretch>
            <a:fillRect/>
          </a:stretch>
        </p:blipFill>
        <p:spPr>
          <a:xfrm>
            <a:off x="1981200" y="3810000"/>
            <a:ext cx="7301865" cy="280606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sym typeface="+mn-ea"/>
              </a:rPr>
              <a:t>基于标记</a:t>
            </a:r>
            <a:r>
              <a:rPr lang="en-US" altLang="zh-CN">
                <a:sym typeface="+mn-ea"/>
              </a:rPr>
              <a:t>-</a:t>
            </a:r>
            <a:r>
              <a:rPr lang="zh-CN" altLang="en-US">
                <a:sym typeface="+mn-ea"/>
              </a:rPr>
              <a:t>清除的垃圾回收</a:t>
            </a:r>
            <a:endParaRPr lang="en-US"/>
          </a:p>
        </p:txBody>
      </p:sp>
      <p:sp>
        <p:nvSpPr>
          <p:cNvPr id="3" name="Content Placeholder 2"/>
          <p:cNvSpPr>
            <a:spLocks noGrp="1"/>
          </p:cNvSpPr>
          <p:nvPr>
            <p:ph idx="1"/>
          </p:nvPr>
        </p:nvSpPr>
        <p:spPr/>
        <p:txBody>
          <a:bodyPr/>
          <a:p>
            <a:r>
              <a:rPr lang="zh-CN" altLang="en-US"/>
              <a:t>基本</a:t>
            </a:r>
            <a:r>
              <a:rPr lang="zh-CN" altLang="en-US"/>
              <a:t>过程</a:t>
            </a:r>
            <a:endParaRPr lang="zh-CN" altLang="en-US"/>
          </a:p>
          <a:p>
            <a:pPr lvl="1"/>
            <a:r>
              <a:rPr lang="zh-CN" altLang="en-US"/>
              <a:t>第一阶段：标记</a:t>
            </a:r>
            <a:r>
              <a:rPr lang="en-US" altLang="en-US"/>
              <a:t> </a:t>
            </a:r>
            <a:r>
              <a:rPr lang="zh-CN" altLang="en-US"/>
              <a:t>（</a:t>
            </a:r>
            <a:r>
              <a:rPr lang="en-US" altLang="en-US"/>
              <a:t>Mark</a:t>
            </a:r>
            <a:r>
              <a:rPr lang="zh-CN" altLang="en-US"/>
              <a:t>）</a:t>
            </a:r>
            <a:endParaRPr lang="zh-CN" altLang="en-US"/>
          </a:p>
          <a:p>
            <a:pPr lvl="2"/>
            <a:r>
              <a:rPr lang="zh-CN" altLang="en-US"/>
              <a:t>动作：从</a:t>
            </a:r>
            <a:r>
              <a:rPr lang="en-US" altLang="en-US"/>
              <a:t>GC Roots</a:t>
            </a:r>
            <a:r>
              <a:rPr lang="zh-CN" altLang="en-US"/>
              <a:t>出发，沿着对象间的引用链进行遍历。所有被访问到的对象，都在其头部打上一个</a:t>
            </a:r>
            <a:r>
              <a:rPr lang="en-US" altLang="en-US"/>
              <a:t>“</a:t>
            </a:r>
            <a:r>
              <a:rPr lang="zh-CN" altLang="en-US"/>
              <a:t>存活</a:t>
            </a:r>
            <a:r>
              <a:rPr lang="en-US" altLang="en-US"/>
              <a:t>”</a:t>
            </a:r>
            <a:r>
              <a:rPr lang="zh-CN" altLang="en-US"/>
              <a:t>的标记。</a:t>
            </a:r>
            <a:endParaRPr lang="zh-CN" altLang="en-US"/>
          </a:p>
          <a:p>
            <a:pPr lvl="2"/>
            <a:r>
              <a:rPr lang="zh-CN" altLang="en-US"/>
              <a:t>本质：这个过程相当于在图数据结构上进行一次深度优先或广度优先的遍历。</a:t>
            </a:r>
            <a:endParaRPr lang="en-US" altLang="en-US"/>
          </a:p>
          <a:p>
            <a:pPr lvl="1"/>
            <a:r>
              <a:rPr lang="zh-CN" altLang="en-US"/>
              <a:t>第二阶段：清除</a:t>
            </a:r>
            <a:r>
              <a:rPr lang="en-US" altLang="en-US"/>
              <a:t> </a:t>
            </a:r>
            <a:r>
              <a:rPr lang="zh-CN" altLang="en-US"/>
              <a:t>（</a:t>
            </a:r>
            <a:r>
              <a:rPr lang="en-US" altLang="en-US"/>
              <a:t>Sweep</a:t>
            </a:r>
            <a:r>
              <a:rPr lang="zh-CN" altLang="en-US"/>
              <a:t>）</a:t>
            </a:r>
            <a:endParaRPr lang="zh-CN" altLang="en-US"/>
          </a:p>
          <a:p>
            <a:pPr lvl="2"/>
            <a:r>
              <a:rPr lang="zh-CN" altLang="en-US"/>
              <a:t>动作：遍历堆中的所有对象。对于那些没有被标记的对象（即从根出发无法到达的对象），它们的内存被视为</a:t>
            </a:r>
            <a:r>
              <a:rPr lang="en-US" altLang="en-US"/>
              <a:t>“</a:t>
            </a:r>
            <a:r>
              <a:rPr lang="zh-CN" altLang="en-US"/>
              <a:t>垃圾</a:t>
            </a:r>
            <a:r>
              <a:rPr lang="en-US" altLang="en-US"/>
              <a:t>”</a:t>
            </a:r>
            <a:r>
              <a:rPr lang="zh-CN" altLang="en-US"/>
              <a:t>，被回收并加入到空闲列表中，供后续新对象使用。</a:t>
            </a:r>
            <a:endParaRPr lang="zh-CN" altLang="en-US"/>
          </a:p>
        </p:txBody>
      </p:sp>
      <p:pic>
        <p:nvPicPr>
          <p:cNvPr id="4" name="Picture 3"/>
          <p:cNvPicPr>
            <a:picLocks noChangeAspect="1"/>
          </p:cNvPicPr>
          <p:nvPr/>
        </p:nvPicPr>
        <p:blipFill>
          <a:blip r:embed="rId1"/>
          <a:stretch>
            <a:fillRect/>
          </a:stretch>
        </p:blipFill>
        <p:spPr>
          <a:xfrm>
            <a:off x="3275330" y="4307205"/>
            <a:ext cx="6007735" cy="23088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sym typeface="+mn-ea"/>
              </a:rPr>
              <a:t>基于标记</a:t>
            </a:r>
            <a:r>
              <a:rPr lang="en-US" altLang="zh-CN">
                <a:sym typeface="+mn-ea"/>
              </a:rPr>
              <a:t>-</a:t>
            </a:r>
            <a:r>
              <a:rPr lang="zh-CN" altLang="en-US">
                <a:sym typeface="+mn-ea"/>
              </a:rPr>
              <a:t>清除的垃圾回收</a:t>
            </a:r>
            <a:endParaRPr lang="en-US"/>
          </a:p>
        </p:txBody>
      </p:sp>
      <p:sp>
        <p:nvSpPr>
          <p:cNvPr id="3" name="Content Placeholder 2"/>
          <p:cNvSpPr>
            <a:spLocks noGrp="1"/>
          </p:cNvSpPr>
          <p:nvPr>
            <p:ph idx="1"/>
          </p:nvPr>
        </p:nvSpPr>
        <p:spPr/>
        <p:txBody>
          <a:bodyPr/>
          <a:p>
            <a:r>
              <a:rPr lang="zh-CN" altLang="en-US"/>
              <a:t>例子</a:t>
            </a:r>
            <a:endParaRPr lang="zh-CN" altLang="en-US"/>
          </a:p>
          <a:p>
            <a:pPr lvl="1"/>
            <a:r>
              <a:rPr lang="en-US" altLang="zh-CN" sz="2000"/>
              <a:t>6</a:t>
            </a:r>
            <a:r>
              <a:rPr lang="zh-CN" altLang="en-US" sz="2000"/>
              <a:t>个对象块</a:t>
            </a:r>
            <a:endParaRPr lang="zh-CN" altLang="en-US" sz="2000"/>
          </a:p>
          <a:p>
            <a:pPr lvl="1"/>
            <a:r>
              <a:rPr lang="zh-CN" altLang="en-US" sz="2000"/>
              <a:t>其中</a:t>
            </a:r>
            <a:r>
              <a:rPr lang="en-US" altLang="zh-CN" sz="2000"/>
              <a:t>2</a:t>
            </a:r>
            <a:r>
              <a:rPr lang="zh-CN" altLang="en-US" sz="2000"/>
              <a:t>号和</a:t>
            </a:r>
            <a:r>
              <a:rPr lang="en-US" altLang="zh-CN" sz="2000"/>
              <a:t>5</a:t>
            </a:r>
            <a:r>
              <a:rPr lang="zh-CN" altLang="en-US" sz="2000"/>
              <a:t>号可以回收</a:t>
            </a:r>
            <a:endParaRPr lang="zh-CN" altLang="en-US"/>
          </a:p>
          <a:p>
            <a:endParaRPr lang="zh-CN" altLang="en-US"/>
          </a:p>
          <a:p>
            <a:endParaRPr lang="zh-CN" altLang="en-US"/>
          </a:p>
          <a:p>
            <a:endParaRPr lang="zh-CN" altLang="en-US"/>
          </a:p>
          <a:p>
            <a:r>
              <a:rPr lang="zh-CN" altLang="en-US"/>
              <a:t>优点</a:t>
            </a:r>
            <a:endParaRPr lang="zh-CN" altLang="en-US"/>
          </a:p>
          <a:p>
            <a:pPr lvl="1"/>
            <a:r>
              <a:rPr lang="zh-CN" altLang="en-US" sz="2000"/>
              <a:t>没有循环引用问题</a:t>
            </a:r>
            <a:endParaRPr lang="zh-CN" altLang="en-US"/>
          </a:p>
          <a:p>
            <a:r>
              <a:rPr lang="zh-CN" altLang="en-US"/>
              <a:t>缺点</a:t>
            </a:r>
            <a:endParaRPr lang="zh-CN" altLang="en-US"/>
          </a:p>
          <a:p>
            <a:pPr lvl="1"/>
            <a:r>
              <a:rPr lang="en-US" altLang="en-US"/>
              <a:t>STW</a:t>
            </a:r>
            <a:r>
              <a:rPr lang="zh-CN" altLang="en-US"/>
              <a:t>问题：标记和清除阶段通常需要暂停所有应用线程（</a:t>
            </a:r>
            <a:r>
              <a:rPr lang="en-US" altLang="en-US"/>
              <a:t>Stop-The-World</a:t>
            </a:r>
            <a:r>
              <a:rPr lang="zh-CN" altLang="en-US"/>
              <a:t>），以确保在遍历过程中引用关系不会变化。</a:t>
            </a:r>
            <a:endParaRPr lang="en-US" altLang="en-US"/>
          </a:p>
          <a:p>
            <a:pPr lvl="1"/>
            <a:r>
              <a:rPr lang="zh-CN" altLang="en-US"/>
              <a:t>遍历开销：需要遍历整个存活对象图，对于大堆来说，</a:t>
            </a:r>
            <a:r>
              <a:rPr lang="zh-CN" altLang="en-US"/>
              <a:t>是一个比较消耗资源的过程。</a:t>
            </a:r>
            <a:endParaRPr lang="zh-CN" altLang="en-US"/>
          </a:p>
        </p:txBody>
      </p:sp>
      <p:pic>
        <p:nvPicPr>
          <p:cNvPr id="4" name="Picture 3"/>
          <p:cNvPicPr>
            <a:picLocks noChangeAspect="1"/>
          </p:cNvPicPr>
          <p:nvPr/>
        </p:nvPicPr>
        <p:blipFill>
          <a:blip r:embed="rId1"/>
          <a:stretch>
            <a:fillRect/>
          </a:stretch>
        </p:blipFill>
        <p:spPr>
          <a:xfrm>
            <a:off x="4191000" y="1143000"/>
            <a:ext cx="6969760" cy="35572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sym typeface="+mn-ea"/>
              </a:rPr>
              <a:t>基于标记</a:t>
            </a:r>
            <a:r>
              <a:rPr lang="en-US" altLang="zh-CN">
                <a:sym typeface="+mn-ea"/>
              </a:rPr>
              <a:t>-</a:t>
            </a:r>
            <a:r>
              <a:rPr lang="zh-CN" altLang="en-US">
                <a:sym typeface="+mn-ea"/>
              </a:rPr>
              <a:t>清除的垃圾回收</a:t>
            </a:r>
            <a:endParaRPr lang="en-US"/>
          </a:p>
        </p:txBody>
      </p:sp>
      <p:sp>
        <p:nvSpPr>
          <p:cNvPr id="3" name="Content Placeholder 2"/>
          <p:cNvSpPr>
            <a:spLocks noGrp="1"/>
          </p:cNvSpPr>
          <p:nvPr>
            <p:ph idx="1"/>
          </p:nvPr>
        </p:nvSpPr>
        <p:spPr/>
        <p:txBody>
          <a:bodyPr/>
          <a:p>
            <a:r>
              <a:rPr lang="zh-CN" altLang="en-US"/>
              <a:t>算法</a:t>
            </a:r>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r>
              <a:rPr lang="en-US" altLang="zh-CN"/>
              <a:t>isPtr</a:t>
            </a:r>
            <a:endParaRPr lang="en-US" altLang="zh-CN"/>
          </a:p>
          <a:p>
            <a:pPr lvl="1"/>
            <a:r>
              <a:rPr lang="zh-CN" altLang="en-US"/>
              <a:t>如果输入参数</a:t>
            </a:r>
            <a:r>
              <a:rPr lang="en-US" altLang="zh-CN"/>
              <a:t>p</a:t>
            </a:r>
            <a:r>
              <a:rPr lang="zh-CN" altLang="en-US"/>
              <a:t>指向一个已分配内存块</a:t>
            </a:r>
            <a:r>
              <a:rPr lang="en-US" altLang="zh-CN"/>
              <a:t>，</a:t>
            </a:r>
            <a:r>
              <a:rPr lang="zh-CN" altLang="en-US"/>
              <a:t>则返回</a:t>
            </a:r>
            <a:r>
              <a:rPr lang="zh-CN" altLang="en-US"/>
              <a:t>对应内存块的地址</a:t>
            </a:r>
            <a:r>
              <a:rPr lang="en-US" altLang="zh-CN"/>
              <a:t>；</a:t>
            </a:r>
            <a:r>
              <a:rPr lang="zh-CN" altLang="en-US"/>
              <a:t>否则返回</a:t>
            </a:r>
            <a:r>
              <a:rPr lang="en-US" altLang="zh-CN"/>
              <a:t>NULL</a:t>
            </a:r>
            <a:endParaRPr lang="en-US" altLang="zh-CN"/>
          </a:p>
          <a:p>
            <a:pPr lvl="1"/>
            <a:r>
              <a:rPr lang="zh-CN" altLang="en-US"/>
              <a:t>对</a:t>
            </a:r>
            <a:r>
              <a:rPr lang="en-US" altLang="zh-CN"/>
              <a:t>C</a:t>
            </a:r>
            <a:r>
              <a:rPr lang="zh-CN" altLang="en-US"/>
              <a:t>语言来说</a:t>
            </a:r>
            <a:r>
              <a:rPr lang="en-US" altLang="zh-CN"/>
              <a:t>，</a:t>
            </a:r>
            <a:r>
              <a:rPr lang="zh-CN" altLang="en-US"/>
              <a:t>很难识别处</a:t>
            </a:r>
            <a:r>
              <a:rPr lang="en-US" altLang="zh-CN"/>
              <a:t>（C</a:t>
            </a:r>
            <a:r>
              <a:rPr lang="zh-CN" altLang="en-US"/>
              <a:t>语言在汇编实现时没法区分</a:t>
            </a:r>
            <a:r>
              <a:rPr lang="en-US" altLang="zh-CN"/>
              <a:t>p</a:t>
            </a:r>
            <a:r>
              <a:rPr lang="zh-CN" altLang="en-US"/>
              <a:t>是不是指针类型</a:t>
            </a:r>
            <a:r>
              <a:rPr lang="en-US" altLang="zh-CN"/>
              <a:t>）</a:t>
            </a:r>
            <a:endParaRPr lang="zh-CN" altLang="en-US"/>
          </a:p>
          <a:p>
            <a:endParaRPr lang="zh-CN" altLang="en-US"/>
          </a:p>
          <a:p>
            <a:endParaRPr lang="zh-CN" altLang="en-US"/>
          </a:p>
          <a:p>
            <a:endParaRPr lang="zh-CN" altLang="en-US"/>
          </a:p>
          <a:p>
            <a:endParaRPr lang="zh-CN" altLang="en-US"/>
          </a:p>
        </p:txBody>
      </p:sp>
      <p:pic>
        <p:nvPicPr>
          <p:cNvPr id="5" name="Picture 4"/>
          <p:cNvPicPr>
            <a:picLocks noChangeAspect="1"/>
          </p:cNvPicPr>
          <p:nvPr/>
        </p:nvPicPr>
        <p:blipFill>
          <a:blip r:embed="rId1"/>
          <a:srcRect b="10182"/>
          <a:stretch>
            <a:fillRect/>
          </a:stretch>
        </p:blipFill>
        <p:spPr>
          <a:xfrm>
            <a:off x="1828800" y="1696720"/>
            <a:ext cx="9417685" cy="34639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t>扩展</a:t>
            </a:r>
            <a:endParaRPr lang="zh-CN" altLang="en-US"/>
          </a:p>
        </p:txBody>
      </p:sp>
      <p:sp>
        <p:nvSpPr>
          <p:cNvPr id="3" name="Content Placeholder 2"/>
          <p:cNvSpPr>
            <a:spLocks noGrp="1"/>
          </p:cNvSpPr>
          <p:nvPr>
            <p:ph idx="1"/>
          </p:nvPr>
        </p:nvSpPr>
        <p:spPr/>
        <p:txBody>
          <a:bodyPr/>
          <a:p>
            <a:r>
              <a:rPr lang="en-US"/>
              <a:t>C/C++</a:t>
            </a:r>
            <a:endParaRPr lang="en-US"/>
          </a:p>
          <a:p>
            <a:pPr lvl="1"/>
            <a:r>
              <a:rPr lang="zh-CN" altLang="en-US"/>
              <a:t>手动回收内存</a:t>
            </a:r>
            <a:r>
              <a:rPr lang="en-US" altLang="zh-CN"/>
              <a:t>：</a:t>
            </a:r>
            <a:r>
              <a:rPr lang="en-US" altLang="zh-CN"/>
              <a:t>free，delete</a:t>
            </a:r>
            <a:endParaRPr lang="en-US" altLang="zh-CN"/>
          </a:p>
          <a:p>
            <a:pPr lvl="1"/>
            <a:r>
              <a:rPr lang="zh-CN" altLang="en-US"/>
              <a:t>智能指针</a:t>
            </a:r>
            <a:r>
              <a:rPr lang="en-US" altLang="zh-CN"/>
              <a:t>、</a:t>
            </a:r>
            <a:r>
              <a:rPr lang="zh-CN" altLang="en-US"/>
              <a:t>共享指针</a:t>
            </a:r>
            <a:endParaRPr lang="zh-CN" altLang="en-US"/>
          </a:p>
          <a:p>
            <a:pPr lvl="0"/>
            <a:r>
              <a:rPr lang="en-US" altLang="zh-CN"/>
              <a:t>Java</a:t>
            </a:r>
            <a:endParaRPr lang="en-US" altLang="zh-CN"/>
          </a:p>
          <a:p>
            <a:pPr lvl="1"/>
            <a:r>
              <a:rPr lang="zh-CN" altLang="en-US"/>
              <a:t>基于标记</a:t>
            </a:r>
            <a:r>
              <a:rPr lang="en-US" altLang="zh-CN"/>
              <a:t>-</a:t>
            </a:r>
            <a:r>
              <a:rPr lang="zh-CN" altLang="en-US"/>
              <a:t>清除的</a:t>
            </a:r>
            <a:r>
              <a:rPr lang="en-US" altLang="zh-CN"/>
              <a:t>GC</a:t>
            </a:r>
            <a:endParaRPr lang="en-US" altLang="zh-CN"/>
          </a:p>
          <a:p>
            <a:pPr lvl="0"/>
            <a:r>
              <a:rPr lang="en-US" altLang="zh-CN"/>
              <a:t>Python、</a:t>
            </a:r>
            <a:r>
              <a:rPr lang="en-US" altLang="zh-CN"/>
              <a:t>iOS</a:t>
            </a:r>
            <a:endParaRPr lang="en-US" altLang="zh-CN"/>
          </a:p>
          <a:p>
            <a:pPr lvl="1"/>
            <a:r>
              <a:rPr lang="zh-CN" altLang="en-US"/>
              <a:t>基于引用计数的</a:t>
            </a:r>
            <a:r>
              <a:rPr lang="en-US" altLang="zh-CN"/>
              <a:t>GC</a:t>
            </a:r>
            <a:endParaRPr lang="en-US" altLang="zh-CN"/>
          </a:p>
          <a:p>
            <a:pPr lvl="0"/>
            <a:r>
              <a:rPr lang="en-US" altLang="zh-CN"/>
              <a:t>OS</a:t>
            </a:r>
            <a:r>
              <a:rPr lang="zh-CN" altLang="en-US"/>
              <a:t>中使用引用计数</a:t>
            </a:r>
            <a:r>
              <a:rPr lang="zh-CN" altLang="en-US"/>
              <a:t>算法</a:t>
            </a:r>
            <a:endParaRPr lang="zh-CN" altLang="en-US"/>
          </a:p>
          <a:p>
            <a:pPr lvl="1"/>
            <a:r>
              <a:rPr lang="zh-CN" altLang="en-US"/>
              <a:t>内核</a:t>
            </a:r>
            <a:r>
              <a:rPr lang="zh-CN" altLang="en-US"/>
              <a:t>对象</a:t>
            </a:r>
            <a:endParaRPr lang="zh-CN" altLang="en-US"/>
          </a:p>
          <a:p>
            <a:pPr lvl="1"/>
            <a:r>
              <a:rPr lang="zh-CN" altLang="en-US"/>
              <a:t>共享文件</a:t>
            </a:r>
            <a:r>
              <a:rPr lang="en-US" altLang="zh-CN"/>
              <a:t>（</a:t>
            </a:r>
            <a:r>
              <a:rPr lang="zh-CN" altLang="en-US"/>
              <a:t>比如</a:t>
            </a:r>
            <a:r>
              <a:rPr lang="en-US" altLang="zh-CN"/>
              <a:t>so</a:t>
            </a:r>
            <a:r>
              <a:rPr lang="zh-CN" altLang="en-US"/>
              <a:t>文件</a:t>
            </a:r>
            <a:r>
              <a:rPr lang="en-US" altLang="zh-CN"/>
              <a:t>）</a:t>
            </a:r>
            <a:endParaRPr lang="en-US" altLang="zh-CN"/>
          </a:p>
          <a:p>
            <a:pPr lvl="1"/>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tags/tag1.xml><?xml version="1.0" encoding="utf-8"?>
<p:tagLst xmlns:p="http://schemas.openxmlformats.org/presentationml/2006/main">
  <p:tag name="TEXPOINTINIT" val=""/>
  <p:tag name="USEAMSFONTS" val="True"/>
  <p:tag name="EMBEDFONTS" val="False"/>
  <p:tag name="USEBOLDAMS" val="False"/>
  <p:tag name="DEFAULTDISPLAYSOURCE" val="\documentclass{slides}\pagestyle{empty}&#10;\begin{document}&#10;&#10;\end{document}&#10;"/>
  <p:tag name="TEX2PS" val="latex $(base).tex; dvips -D $(res) -E -o $(base).ps $(base).dvi"/>
  <p:tag name="EXTERNALEDITCOMMAND" val="notepad %"/>
  <p:tag name="GHOSTSCRIPTCOMMAND" val="gswin32c"/>
  <p:tag name="DEFAULTBITMAP" val="pngmono"/>
  <p:tag name="DEFAULTBLEND" val="False"/>
  <p:tag name="DEFAULTTRANSPARENT" val="False"/>
  <p:tag name="DEFAULTWORKAROUNDTRANSPARENCYBUG" val="False"/>
  <p:tag name="DEFAULTRESOLUTION" val="1200"/>
  <p:tag name="DEFAULTMAGNIFICATION" val="0.8"/>
  <p:tag name="DEFAULTFONTSIZE" val="10"/>
  <p:tag name="DEFAULTWIDTH" val="418"/>
  <p:tag name="DEFAULTHEIGHT" val="316"/>
</p:tagLst>
</file>

<file path=ppt/theme/theme1.xml><?xml version="1.0" encoding="utf-8"?>
<a:theme xmlns:a="http://schemas.openxmlformats.org/drawingml/2006/main" name="template2007">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00000"/>
      </a:hlink>
      <a:folHlink>
        <a:srgbClr val="C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w="12700" cap="flat" cmpd="sng" algn="ctr">
          <a:solidFill>
            <a:schemeClr val="tx1"/>
          </a:solidFill>
          <a:prstDash val="solid"/>
          <a:round/>
          <a:headEnd type="none" w="med" len="med"/>
          <a:tailEnd type="arrow" w="med" len="med"/>
        </a:ln>
      </a:spPr>
      <a:bodyPr rtlCol="0" anchor="ctr"/>
      <a:lstStyle>
        <a:defPPr algn="ctr">
          <a:defRPr sz="1600" dirty="0" smtClean="0">
            <a:latin typeface="+mn-lt"/>
          </a:defRPr>
        </a:defPPr>
      </a:lstStyle>
    </a:spDef>
    <a:lnDef>
      <a:spPr bwMode="auto">
        <a:noFill/>
        <a:ln w="12700">
          <a:solidFill>
            <a:srgbClr val="000000"/>
          </a:solidFill>
          <a:miter lim="800000"/>
          <a:headEnd type="none" w="med" len="med"/>
          <a:tailEnd type="triangle" w="med" len="med"/>
        </a:ln>
      </a:spPr>
      <a:bodyPr/>
      <a:lstStyle/>
    </a:lnDef>
    <a:txDef>
      <a:spPr>
        <a:noFill/>
      </a:spPr>
      <a:bodyPr wrap="none" rtlCol="0">
        <a:spAutoFit/>
      </a:bodyPr>
      <a:lstStyle>
        <a:defPPr>
          <a:defRPr sz="1800" dirty="0" smtClean="0">
            <a:latin typeface="Calibri" pitchFamily="34" charset="0"/>
          </a:defRPr>
        </a:defPPr>
      </a:lstStyle>
    </a:txDef>
  </a:objectDefaults>
  <a:extraClrSchemeLst>
    <a:extraClrScheme>
      <a:clrScheme name="class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ass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ass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ass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ass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ass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ass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template2007">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00000"/>
      </a:hlink>
      <a:folHlink>
        <a:srgbClr val="C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w="12700" cap="flat" cmpd="sng" algn="ctr">
          <a:solidFill>
            <a:schemeClr val="tx1"/>
          </a:solidFill>
          <a:prstDash val="solid"/>
          <a:round/>
          <a:headEnd type="none" w="med" len="med"/>
          <a:tailEnd type="arrow" w="med" len="med"/>
        </a:ln>
      </a:spPr>
      <a:bodyPr rtlCol="0" anchor="ctr"/>
      <a:lstStyle>
        <a:defPPr algn="ctr">
          <a:defRPr sz="1600" dirty="0" smtClean="0">
            <a:latin typeface="+mn-lt"/>
          </a:defRPr>
        </a:defPPr>
      </a:lstStyle>
    </a:spDef>
    <a:lnDef>
      <a:spPr bwMode="auto">
        <a:noFill/>
        <a:ln w="12700">
          <a:solidFill>
            <a:srgbClr val="000000"/>
          </a:solidFill>
          <a:miter lim="800000"/>
          <a:headEnd type="none" w="med" len="med"/>
          <a:tailEnd type="triangle" w="med" len="med"/>
        </a:ln>
      </a:spPr>
      <a:bodyPr/>
      <a:lstStyle/>
    </a:lnDef>
    <a:txDef>
      <a:spPr>
        <a:noFill/>
      </a:spPr>
      <a:bodyPr wrap="none" rtlCol="0">
        <a:spAutoFit/>
      </a:bodyPr>
      <a:lstStyle>
        <a:defPPr>
          <a:defRPr sz="1800" dirty="0" smtClean="0">
            <a:latin typeface="Calibri" pitchFamily="34" charset="0"/>
          </a:defRPr>
        </a:defPPr>
      </a:lstStyle>
    </a:txDef>
  </a:objectDefaults>
  <a:extraClrSchemeLst>
    <a:extraClrScheme>
      <a:clrScheme name="class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ass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ass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ass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ass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ass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ass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template2007">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00000"/>
      </a:hlink>
      <a:folHlink>
        <a:srgbClr val="C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w="12700" cap="flat" cmpd="sng" algn="ctr">
          <a:solidFill>
            <a:schemeClr val="tx1"/>
          </a:solidFill>
          <a:prstDash val="solid"/>
          <a:round/>
          <a:headEnd type="none" w="med" len="med"/>
          <a:tailEnd type="arrow" w="med" len="med"/>
        </a:ln>
      </a:spPr>
      <a:bodyPr rtlCol="0" anchor="ctr"/>
      <a:lstStyle>
        <a:defPPr algn="ctr">
          <a:defRPr sz="1600" dirty="0" smtClean="0">
            <a:latin typeface="+mn-lt"/>
          </a:defRPr>
        </a:defPPr>
      </a:lstStyle>
    </a:spDef>
    <a:lnDef>
      <a:spPr bwMode="auto">
        <a:noFill/>
        <a:ln w="12700">
          <a:solidFill>
            <a:srgbClr val="000000"/>
          </a:solidFill>
          <a:miter lim="800000"/>
          <a:headEnd type="none" w="med" len="med"/>
          <a:tailEnd type="triangle" w="med" len="med"/>
        </a:ln>
      </a:spPr>
      <a:bodyPr/>
      <a:lstStyle/>
    </a:lnDef>
    <a:txDef>
      <a:spPr>
        <a:noFill/>
      </a:spPr>
      <a:bodyPr wrap="none" rtlCol="0">
        <a:spAutoFit/>
      </a:bodyPr>
      <a:lstStyle>
        <a:defPPr>
          <a:defRPr sz="1800" dirty="0" smtClean="0">
            <a:latin typeface="Calibri" pitchFamily="34" charset="0"/>
          </a:defRPr>
        </a:defPPr>
      </a:lstStyle>
    </a:txDef>
  </a:objectDefaults>
  <a:extraClrSchemeLst>
    <a:extraClrScheme>
      <a:clrScheme name="class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ass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ass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ass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ass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ass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ass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template2007">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00000"/>
      </a:hlink>
      <a:folHlink>
        <a:srgbClr val="C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w="12700" cap="flat" cmpd="sng" algn="ctr">
          <a:solidFill>
            <a:schemeClr val="tx1"/>
          </a:solidFill>
          <a:prstDash val="solid"/>
          <a:round/>
          <a:headEnd type="none" w="med" len="med"/>
          <a:tailEnd type="arrow" w="med" len="med"/>
        </a:ln>
      </a:spPr>
      <a:bodyPr rtlCol="0" anchor="ctr"/>
      <a:lstStyle>
        <a:defPPr algn="ctr">
          <a:defRPr sz="1600" dirty="0" smtClean="0">
            <a:latin typeface="+mn-lt"/>
          </a:defRPr>
        </a:defPPr>
      </a:lstStyle>
    </a:spDef>
    <a:lnDef>
      <a:spPr bwMode="auto">
        <a:noFill/>
        <a:ln w="12700">
          <a:solidFill>
            <a:srgbClr val="000000"/>
          </a:solidFill>
          <a:miter lim="800000"/>
          <a:headEnd type="none" w="med" len="med"/>
          <a:tailEnd type="triangle" w="med" len="med"/>
        </a:ln>
      </a:spPr>
      <a:bodyPr/>
      <a:lstStyle/>
    </a:lnDef>
    <a:txDef>
      <a:spPr>
        <a:noFill/>
      </a:spPr>
      <a:bodyPr wrap="none" rtlCol="0">
        <a:spAutoFit/>
      </a:bodyPr>
      <a:lstStyle>
        <a:defPPr>
          <a:defRPr sz="1800" dirty="0" smtClean="0">
            <a:latin typeface="Calibri" pitchFamily="34" charset="0"/>
          </a:defRPr>
        </a:defPPr>
      </a:lstStyle>
    </a:txDef>
  </a:objectDefaults>
  <a:extraClrSchemeLst>
    <a:extraClrScheme>
      <a:clrScheme name="class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ass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ass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ass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ass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ass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ass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template2007</Template>
  <TotalTime>0</TotalTime>
  <Words>3537</Words>
  <Application>WPS Presentation</Application>
  <PresentationFormat>宽屏</PresentationFormat>
  <Paragraphs>250</Paragraphs>
  <Slides>19</Slides>
  <Notes>37</Notes>
  <HiddenSlides>2</HiddenSlides>
  <MMClips>0</MMClips>
  <ScaleCrop>false</ScaleCrop>
  <HeadingPairs>
    <vt:vector size="6" baseType="variant">
      <vt:variant>
        <vt:lpstr>已用的字体</vt:lpstr>
      </vt:variant>
      <vt:variant>
        <vt:i4>22</vt:i4>
      </vt:variant>
      <vt:variant>
        <vt:lpstr>主题</vt:lpstr>
      </vt:variant>
      <vt:variant>
        <vt:i4>4</vt:i4>
      </vt:variant>
      <vt:variant>
        <vt:lpstr>幻灯片标题</vt:lpstr>
      </vt:variant>
      <vt:variant>
        <vt:i4>19</vt:i4>
      </vt:variant>
    </vt:vector>
  </HeadingPairs>
  <TitlesOfParts>
    <vt:vector size="45" baseType="lpstr">
      <vt:lpstr>Arial</vt:lpstr>
      <vt:lpstr>SimSun</vt:lpstr>
      <vt:lpstr>Wingdings</vt:lpstr>
      <vt:lpstr>Arial Narrow</vt:lpstr>
      <vt:lpstr>Calibri</vt:lpstr>
      <vt:lpstr>Helvetica Neue</vt:lpstr>
      <vt:lpstr>Times New Roman</vt:lpstr>
      <vt:lpstr>MS PGothic</vt:lpstr>
      <vt:lpstr>Wingdings 2</vt:lpstr>
      <vt:lpstr>Courier New</vt:lpstr>
      <vt:lpstr>msgothic</vt:lpstr>
      <vt:lpstr>苹方-简</vt:lpstr>
      <vt:lpstr>Arial Bold</vt:lpstr>
      <vt:lpstr>汉仪书宋二KW</vt:lpstr>
      <vt:lpstr>冬青黑体简体中文</vt:lpstr>
      <vt:lpstr>SimSun</vt:lpstr>
      <vt:lpstr>Microsoft YaHei</vt:lpstr>
      <vt:lpstr>汉仪旗黑</vt:lpstr>
      <vt:lpstr>Arial Unicode MS</vt:lpstr>
      <vt:lpstr>SimSun</vt:lpstr>
      <vt:lpstr>menlo</vt:lpstr>
      <vt:lpstr>Apple Color Emoji</vt:lpstr>
      <vt:lpstr>template2007</vt:lpstr>
      <vt:lpstr>3_template2007</vt:lpstr>
      <vt:lpstr>1_template2007</vt:lpstr>
      <vt:lpstr>2_template2007</vt:lpstr>
      <vt:lpstr>动态内存分配：垃圾回收  15-213/15-513/14-513: Introduction to Computer Systems 14th Lecture, Oct 9, 2025</vt:lpstr>
      <vt:lpstr>多次释放内存块</vt:lpstr>
      <vt:lpstr>引用已释放内存块</vt:lpstr>
      <vt:lpstr>未能释放内存块（内存泄漏）</vt:lpstr>
      <vt:lpstr>未能释放内存块（内存泄漏）</vt:lpstr>
      <vt:lpstr>人工内存管理的挑战</vt:lpstr>
      <vt:lpstr>智能指针的使用</vt:lpstr>
      <vt:lpstr>智能指针的使用</vt:lpstr>
      <vt:lpstr>共享指针</vt:lpstr>
      <vt:lpstr>自动内存回收——垃圾回收</vt:lpstr>
      <vt:lpstr>基于引用计数的垃圾回收</vt:lpstr>
      <vt:lpstr>基于引用计数的垃圾回收</vt:lpstr>
      <vt:lpstr>基于标记-清除的垃圾回收</vt:lpstr>
      <vt:lpstr>基于标记-清除的垃圾回收</vt:lpstr>
      <vt:lpstr>基于标记-清除的垃圾回收</vt:lpstr>
      <vt:lpstr>基于标记-清除的垃圾回收</vt:lpstr>
      <vt:lpstr>扩展</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Systems 15-213/18-243, spring 2009</dc:title>
  <dc:creator>Markus Pueschel</dc:creator>
  <dc:description>Redesign of slides created by Randal E. Bryant and David R. O'Hallaron</dc:description>
  <cp:lastModifiedBy>00030832</cp:lastModifiedBy>
  <cp:revision>802</cp:revision>
  <cp:lastPrinted>2026-05-27T12:51:59Z</cp:lastPrinted>
  <dcterms:created xsi:type="dcterms:W3CDTF">2026-05-27T12:51:59Z</dcterms:created>
  <dcterms:modified xsi:type="dcterms:W3CDTF">2026-05-27T12:51:59Z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08572251BA90E03E418E9F69ED047DE6_42</vt:lpwstr>
  </property>
  <property fmtid="{D5CDD505-2E9C-101B-9397-08002B2CF9AE}" pid="3" name="KSOProductBuildVer">
    <vt:lpwstr>1033-12.1.24031.24031</vt:lpwstr>
  </property>
</Properties>
</file>